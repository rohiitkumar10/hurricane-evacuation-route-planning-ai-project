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2" r:id="rId1"/>
  </p:sldMasterIdLst>
  <p:sldIdLst>
    <p:sldId id="256" r:id="rId2"/>
    <p:sldId id="257" r:id="rId3"/>
    <p:sldId id="258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4FC004-306F-EAA6-9971-8897F6C4B034}" v="128" dt="2025-11-16T04:25:24.821"/>
    <p1510:client id="{76DA137A-8792-2BB2-D4FB-AD666D298687}" v="159" dt="2025-11-16T01:21:12.764"/>
    <p1510:client id="{90849D57-AE46-A521-A308-7C03CB88B6AB}" v="225" dt="2025-11-17T02:55:42.6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702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8115F7-016A-4E56-8701-5429705744DB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4105817-0515-4624-9DBF-12BF544E024B}">
      <dgm:prSet/>
      <dgm:spPr/>
      <dgm:t>
        <a:bodyPr/>
        <a:lstStyle/>
        <a:p>
          <a:r>
            <a:rPr lang="en-US"/>
            <a:t>NOAA Historical Hurricane Track data</a:t>
          </a:r>
        </a:p>
      </dgm:t>
    </dgm:pt>
    <dgm:pt modelId="{6500153E-A38D-43FA-899D-B3269C2E89D9}" type="parTrans" cxnId="{0E281DB5-7AB5-45C8-BEAE-25A92ABCF101}">
      <dgm:prSet/>
      <dgm:spPr/>
      <dgm:t>
        <a:bodyPr/>
        <a:lstStyle/>
        <a:p>
          <a:endParaRPr lang="en-US"/>
        </a:p>
      </dgm:t>
    </dgm:pt>
    <dgm:pt modelId="{7E82C931-57A5-4901-B8A2-ACF9F1E1D227}" type="sibTrans" cxnId="{0E281DB5-7AB5-45C8-BEAE-25A92ABCF101}">
      <dgm:prSet/>
      <dgm:spPr/>
      <dgm:t>
        <a:bodyPr/>
        <a:lstStyle/>
        <a:p>
          <a:endParaRPr lang="en-US"/>
        </a:p>
      </dgm:t>
    </dgm:pt>
    <dgm:pt modelId="{65860182-CA94-46E5-814B-F477CACA3B63}">
      <dgm:prSet/>
      <dgm:spPr/>
      <dgm:t>
        <a:bodyPr/>
        <a:lstStyle/>
        <a:p>
          <a:r>
            <a:rPr lang="en-US"/>
            <a:t>Use visualizations within Python to express our results with the grid we create</a:t>
          </a:r>
        </a:p>
      </dgm:t>
    </dgm:pt>
    <dgm:pt modelId="{7E49AC8F-E3FE-4B34-A745-0361D94B3F1C}" type="parTrans" cxnId="{4115FCE0-1522-4011-AB31-1EEAFA0F534B}">
      <dgm:prSet/>
      <dgm:spPr/>
      <dgm:t>
        <a:bodyPr/>
        <a:lstStyle/>
        <a:p>
          <a:endParaRPr lang="en-US"/>
        </a:p>
      </dgm:t>
    </dgm:pt>
    <dgm:pt modelId="{15D00222-284C-4E41-8544-EC4933E9DBD5}" type="sibTrans" cxnId="{4115FCE0-1522-4011-AB31-1EEAFA0F534B}">
      <dgm:prSet/>
      <dgm:spPr/>
      <dgm:t>
        <a:bodyPr/>
        <a:lstStyle/>
        <a:p>
          <a:endParaRPr lang="en-US"/>
        </a:p>
      </dgm:t>
    </dgm:pt>
    <dgm:pt modelId="{F2756CC9-A991-48C2-A3C9-9A27EE05D4F0}">
      <dgm:prSet/>
      <dgm:spPr/>
      <dgm:t>
        <a:bodyPr/>
        <a:lstStyle/>
        <a:p>
          <a:r>
            <a:rPr lang="en-US"/>
            <a:t>Successfully implement UCS and A* search algorithms that is required</a:t>
          </a:r>
        </a:p>
      </dgm:t>
    </dgm:pt>
    <dgm:pt modelId="{AF9E74A8-B7C8-4BD9-B490-BDC4352AEC38}" type="parTrans" cxnId="{C3ED0DF5-D324-4F2F-8443-7F8B0EE16051}">
      <dgm:prSet/>
      <dgm:spPr/>
      <dgm:t>
        <a:bodyPr/>
        <a:lstStyle/>
        <a:p>
          <a:endParaRPr lang="en-US"/>
        </a:p>
      </dgm:t>
    </dgm:pt>
    <dgm:pt modelId="{CC5F10F5-2DC2-4D2B-B3A0-B57D9DCD557D}" type="sibTrans" cxnId="{C3ED0DF5-D324-4F2F-8443-7F8B0EE16051}">
      <dgm:prSet/>
      <dgm:spPr/>
      <dgm:t>
        <a:bodyPr/>
        <a:lstStyle/>
        <a:p>
          <a:endParaRPr lang="en-US"/>
        </a:p>
      </dgm:t>
    </dgm:pt>
    <dgm:pt modelId="{B0515AA9-88AE-417F-AA45-121EF39BD361}">
      <dgm:prSet/>
      <dgm:spPr/>
      <dgm:t>
        <a:bodyPr/>
        <a:lstStyle/>
        <a:p>
          <a:r>
            <a:rPr lang="en-US"/>
            <a:t>Strong evaluation by understanding what this code actually produces</a:t>
          </a:r>
        </a:p>
      </dgm:t>
    </dgm:pt>
    <dgm:pt modelId="{E1C7F876-51DF-4619-89F3-A93820DCA3FE}" type="parTrans" cxnId="{DDEE5884-EA25-4B2B-AE04-6171E31A832B}">
      <dgm:prSet/>
      <dgm:spPr/>
      <dgm:t>
        <a:bodyPr/>
        <a:lstStyle/>
        <a:p>
          <a:endParaRPr lang="en-US"/>
        </a:p>
      </dgm:t>
    </dgm:pt>
    <dgm:pt modelId="{19906D27-4927-401C-A053-00BA9F119C85}" type="sibTrans" cxnId="{DDEE5884-EA25-4B2B-AE04-6171E31A832B}">
      <dgm:prSet/>
      <dgm:spPr/>
      <dgm:t>
        <a:bodyPr/>
        <a:lstStyle/>
        <a:p>
          <a:endParaRPr lang="en-US"/>
        </a:p>
      </dgm:t>
    </dgm:pt>
    <dgm:pt modelId="{E0BC53A9-77C7-4245-89F7-2FEBF329BCA7}">
      <dgm:prSet/>
      <dgm:spPr/>
      <dgm:t>
        <a:bodyPr/>
        <a:lstStyle/>
        <a:p>
          <a:r>
            <a:rPr lang="en-US"/>
            <a:t>Using different packages like matplotlib.pyplot and numpy</a:t>
          </a:r>
        </a:p>
      </dgm:t>
    </dgm:pt>
    <dgm:pt modelId="{9B75E32A-57E9-4ECD-BFFB-DCE003AA95E6}" type="parTrans" cxnId="{2D5FB89B-4653-48CA-A83E-76865ACB3395}">
      <dgm:prSet/>
      <dgm:spPr/>
      <dgm:t>
        <a:bodyPr/>
        <a:lstStyle/>
        <a:p>
          <a:endParaRPr lang="en-US"/>
        </a:p>
      </dgm:t>
    </dgm:pt>
    <dgm:pt modelId="{5B91841D-9F34-4FBE-B3B5-9801E5A2204E}" type="sibTrans" cxnId="{2D5FB89B-4653-48CA-A83E-76865ACB3395}">
      <dgm:prSet/>
      <dgm:spPr/>
      <dgm:t>
        <a:bodyPr/>
        <a:lstStyle/>
        <a:p>
          <a:endParaRPr lang="en-US"/>
        </a:p>
      </dgm:t>
    </dgm:pt>
    <dgm:pt modelId="{941A8894-4E46-D841-B92A-AA2CA8FF8A13}" type="pres">
      <dgm:prSet presAssocID="{BD8115F7-016A-4E56-8701-5429705744DB}" presName="diagram" presStyleCnt="0">
        <dgm:presLayoutVars>
          <dgm:dir/>
          <dgm:resizeHandles val="exact"/>
        </dgm:presLayoutVars>
      </dgm:prSet>
      <dgm:spPr/>
    </dgm:pt>
    <dgm:pt modelId="{92F19CA4-D32B-5E43-A0E1-B5D21A3322CE}" type="pres">
      <dgm:prSet presAssocID="{A4105817-0515-4624-9DBF-12BF544E024B}" presName="node" presStyleLbl="node1" presStyleIdx="0" presStyleCnt="5">
        <dgm:presLayoutVars>
          <dgm:bulletEnabled val="1"/>
        </dgm:presLayoutVars>
      </dgm:prSet>
      <dgm:spPr/>
    </dgm:pt>
    <dgm:pt modelId="{4CDD309E-6382-C446-8537-D5DA1AEB8E5F}" type="pres">
      <dgm:prSet presAssocID="{7E82C931-57A5-4901-B8A2-ACF9F1E1D227}" presName="sibTrans" presStyleLbl="sibTrans2D1" presStyleIdx="0" presStyleCnt="4"/>
      <dgm:spPr/>
    </dgm:pt>
    <dgm:pt modelId="{D9D82033-2190-C44C-8B35-9A42DE463AC6}" type="pres">
      <dgm:prSet presAssocID="{7E82C931-57A5-4901-B8A2-ACF9F1E1D227}" presName="connectorText" presStyleLbl="sibTrans2D1" presStyleIdx="0" presStyleCnt="4"/>
      <dgm:spPr/>
    </dgm:pt>
    <dgm:pt modelId="{79471964-EEB0-CE4E-92A4-D960F86EAE36}" type="pres">
      <dgm:prSet presAssocID="{65860182-CA94-46E5-814B-F477CACA3B63}" presName="node" presStyleLbl="node1" presStyleIdx="1" presStyleCnt="5">
        <dgm:presLayoutVars>
          <dgm:bulletEnabled val="1"/>
        </dgm:presLayoutVars>
      </dgm:prSet>
      <dgm:spPr/>
    </dgm:pt>
    <dgm:pt modelId="{A8101D87-BDC3-7245-865B-215A1A2B6300}" type="pres">
      <dgm:prSet presAssocID="{15D00222-284C-4E41-8544-EC4933E9DBD5}" presName="sibTrans" presStyleLbl="sibTrans2D1" presStyleIdx="1" presStyleCnt="4"/>
      <dgm:spPr/>
    </dgm:pt>
    <dgm:pt modelId="{F968C411-ADE7-4644-B67E-58CF331116A1}" type="pres">
      <dgm:prSet presAssocID="{15D00222-284C-4E41-8544-EC4933E9DBD5}" presName="connectorText" presStyleLbl="sibTrans2D1" presStyleIdx="1" presStyleCnt="4"/>
      <dgm:spPr/>
    </dgm:pt>
    <dgm:pt modelId="{22220E1D-9617-C84B-ACEB-F1D7128018B2}" type="pres">
      <dgm:prSet presAssocID="{F2756CC9-A991-48C2-A3C9-9A27EE05D4F0}" presName="node" presStyleLbl="node1" presStyleIdx="2" presStyleCnt="5">
        <dgm:presLayoutVars>
          <dgm:bulletEnabled val="1"/>
        </dgm:presLayoutVars>
      </dgm:prSet>
      <dgm:spPr/>
    </dgm:pt>
    <dgm:pt modelId="{83C33AF9-A072-CC47-96DD-0E354F4F46BC}" type="pres">
      <dgm:prSet presAssocID="{CC5F10F5-2DC2-4D2B-B3A0-B57D9DCD557D}" presName="sibTrans" presStyleLbl="sibTrans2D1" presStyleIdx="2" presStyleCnt="4"/>
      <dgm:spPr/>
    </dgm:pt>
    <dgm:pt modelId="{E8175A64-7FE6-F447-876F-BCC0523EC170}" type="pres">
      <dgm:prSet presAssocID="{CC5F10F5-2DC2-4D2B-B3A0-B57D9DCD557D}" presName="connectorText" presStyleLbl="sibTrans2D1" presStyleIdx="2" presStyleCnt="4"/>
      <dgm:spPr/>
    </dgm:pt>
    <dgm:pt modelId="{54A7FB40-7646-0C4A-B0E9-EEF673F035D4}" type="pres">
      <dgm:prSet presAssocID="{B0515AA9-88AE-417F-AA45-121EF39BD361}" presName="node" presStyleLbl="node1" presStyleIdx="3" presStyleCnt="5">
        <dgm:presLayoutVars>
          <dgm:bulletEnabled val="1"/>
        </dgm:presLayoutVars>
      </dgm:prSet>
      <dgm:spPr/>
    </dgm:pt>
    <dgm:pt modelId="{25AB1ABC-6985-6143-AA6C-48BA7DC73C60}" type="pres">
      <dgm:prSet presAssocID="{19906D27-4927-401C-A053-00BA9F119C85}" presName="sibTrans" presStyleLbl="sibTrans2D1" presStyleIdx="3" presStyleCnt="4"/>
      <dgm:spPr/>
    </dgm:pt>
    <dgm:pt modelId="{7ABF2A05-37D9-6C43-A643-1F96BD8C817D}" type="pres">
      <dgm:prSet presAssocID="{19906D27-4927-401C-A053-00BA9F119C85}" presName="connectorText" presStyleLbl="sibTrans2D1" presStyleIdx="3" presStyleCnt="4"/>
      <dgm:spPr/>
    </dgm:pt>
    <dgm:pt modelId="{5A1C2EB5-86BC-CF4B-91CD-83DD88734220}" type="pres">
      <dgm:prSet presAssocID="{E0BC53A9-77C7-4245-89F7-2FEBF329BCA7}" presName="node" presStyleLbl="node1" presStyleIdx="4" presStyleCnt="5">
        <dgm:presLayoutVars>
          <dgm:bulletEnabled val="1"/>
        </dgm:presLayoutVars>
      </dgm:prSet>
      <dgm:spPr/>
    </dgm:pt>
  </dgm:ptLst>
  <dgm:cxnLst>
    <dgm:cxn modelId="{FBD31007-0E9E-C946-B765-097BB7CF6EC8}" type="presOf" srcId="{B0515AA9-88AE-417F-AA45-121EF39BD361}" destId="{54A7FB40-7646-0C4A-B0E9-EEF673F035D4}" srcOrd="0" destOrd="0" presId="urn:microsoft.com/office/officeart/2005/8/layout/process5"/>
    <dgm:cxn modelId="{9EADFF1C-F5E1-B44E-A6B6-1B8D8836EF22}" type="presOf" srcId="{F2756CC9-A991-48C2-A3C9-9A27EE05D4F0}" destId="{22220E1D-9617-C84B-ACEB-F1D7128018B2}" srcOrd="0" destOrd="0" presId="urn:microsoft.com/office/officeart/2005/8/layout/process5"/>
    <dgm:cxn modelId="{2FA91726-8B6B-A54E-8122-FF562A16CBAB}" type="presOf" srcId="{7E82C931-57A5-4901-B8A2-ACF9F1E1D227}" destId="{D9D82033-2190-C44C-8B35-9A42DE463AC6}" srcOrd="1" destOrd="0" presId="urn:microsoft.com/office/officeart/2005/8/layout/process5"/>
    <dgm:cxn modelId="{AA89C435-4052-6648-ADB1-C6C87249DABA}" type="presOf" srcId="{E0BC53A9-77C7-4245-89F7-2FEBF329BCA7}" destId="{5A1C2EB5-86BC-CF4B-91CD-83DD88734220}" srcOrd="0" destOrd="0" presId="urn:microsoft.com/office/officeart/2005/8/layout/process5"/>
    <dgm:cxn modelId="{4B68193E-09B9-6344-BFF9-8C2A3C81E257}" type="presOf" srcId="{65860182-CA94-46E5-814B-F477CACA3B63}" destId="{79471964-EEB0-CE4E-92A4-D960F86EAE36}" srcOrd="0" destOrd="0" presId="urn:microsoft.com/office/officeart/2005/8/layout/process5"/>
    <dgm:cxn modelId="{72F77E49-0559-194F-ABE4-21FB0ED611F3}" type="presOf" srcId="{19906D27-4927-401C-A053-00BA9F119C85}" destId="{7ABF2A05-37D9-6C43-A643-1F96BD8C817D}" srcOrd="1" destOrd="0" presId="urn:microsoft.com/office/officeart/2005/8/layout/process5"/>
    <dgm:cxn modelId="{0C545264-6F45-6D4E-8350-D6B3BDA974E5}" type="presOf" srcId="{19906D27-4927-401C-A053-00BA9F119C85}" destId="{25AB1ABC-6985-6143-AA6C-48BA7DC73C60}" srcOrd="0" destOrd="0" presId="urn:microsoft.com/office/officeart/2005/8/layout/process5"/>
    <dgm:cxn modelId="{C590A665-9161-2645-A414-F17F7FE0BE9C}" type="presOf" srcId="{15D00222-284C-4E41-8544-EC4933E9DBD5}" destId="{A8101D87-BDC3-7245-865B-215A1A2B6300}" srcOrd="0" destOrd="0" presId="urn:microsoft.com/office/officeart/2005/8/layout/process5"/>
    <dgm:cxn modelId="{E7103976-059B-4347-9505-4B331C91C663}" type="presOf" srcId="{BD8115F7-016A-4E56-8701-5429705744DB}" destId="{941A8894-4E46-D841-B92A-AA2CA8FF8A13}" srcOrd="0" destOrd="0" presId="urn:microsoft.com/office/officeart/2005/8/layout/process5"/>
    <dgm:cxn modelId="{E7D1797B-7950-354A-A833-7F93F09E88F5}" type="presOf" srcId="{CC5F10F5-2DC2-4D2B-B3A0-B57D9DCD557D}" destId="{E8175A64-7FE6-F447-876F-BCC0523EC170}" srcOrd="1" destOrd="0" presId="urn:microsoft.com/office/officeart/2005/8/layout/process5"/>
    <dgm:cxn modelId="{675A2A83-9580-284E-8EC8-10AB7208C4F5}" type="presOf" srcId="{7E82C931-57A5-4901-B8A2-ACF9F1E1D227}" destId="{4CDD309E-6382-C446-8537-D5DA1AEB8E5F}" srcOrd="0" destOrd="0" presId="urn:microsoft.com/office/officeart/2005/8/layout/process5"/>
    <dgm:cxn modelId="{DDEE5884-EA25-4B2B-AE04-6171E31A832B}" srcId="{BD8115F7-016A-4E56-8701-5429705744DB}" destId="{B0515AA9-88AE-417F-AA45-121EF39BD361}" srcOrd="3" destOrd="0" parTransId="{E1C7F876-51DF-4619-89F3-A93820DCA3FE}" sibTransId="{19906D27-4927-401C-A053-00BA9F119C85}"/>
    <dgm:cxn modelId="{8202DD9A-E45B-3843-B090-3D0E905A5DB4}" type="presOf" srcId="{15D00222-284C-4E41-8544-EC4933E9DBD5}" destId="{F968C411-ADE7-4644-B67E-58CF331116A1}" srcOrd="1" destOrd="0" presId="urn:microsoft.com/office/officeart/2005/8/layout/process5"/>
    <dgm:cxn modelId="{2D5FB89B-4653-48CA-A83E-76865ACB3395}" srcId="{BD8115F7-016A-4E56-8701-5429705744DB}" destId="{E0BC53A9-77C7-4245-89F7-2FEBF329BCA7}" srcOrd="4" destOrd="0" parTransId="{9B75E32A-57E9-4ECD-BFFB-DCE003AA95E6}" sibTransId="{5B91841D-9F34-4FBE-B3B5-9801E5A2204E}"/>
    <dgm:cxn modelId="{597C44A0-2DA5-6842-88EB-4D03B3DB5C95}" type="presOf" srcId="{A4105817-0515-4624-9DBF-12BF544E024B}" destId="{92F19CA4-D32B-5E43-A0E1-B5D21A3322CE}" srcOrd="0" destOrd="0" presId="urn:microsoft.com/office/officeart/2005/8/layout/process5"/>
    <dgm:cxn modelId="{0E281DB5-7AB5-45C8-BEAE-25A92ABCF101}" srcId="{BD8115F7-016A-4E56-8701-5429705744DB}" destId="{A4105817-0515-4624-9DBF-12BF544E024B}" srcOrd="0" destOrd="0" parTransId="{6500153E-A38D-43FA-899D-B3269C2E89D9}" sibTransId="{7E82C931-57A5-4901-B8A2-ACF9F1E1D227}"/>
    <dgm:cxn modelId="{443A40C3-E4B5-8B48-817B-CD3790CC9AB0}" type="presOf" srcId="{CC5F10F5-2DC2-4D2B-B3A0-B57D9DCD557D}" destId="{83C33AF9-A072-CC47-96DD-0E354F4F46BC}" srcOrd="0" destOrd="0" presId="urn:microsoft.com/office/officeart/2005/8/layout/process5"/>
    <dgm:cxn modelId="{4115FCE0-1522-4011-AB31-1EEAFA0F534B}" srcId="{BD8115F7-016A-4E56-8701-5429705744DB}" destId="{65860182-CA94-46E5-814B-F477CACA3B63}" srcOrd="1" destOrd="0" parTransId="{7E49AC8F-E3FE-4B34-A745-0361D94B3F1C}" sibTransId="{15D00222-284C-4E41-8544-EC4933E9DBD5}"/>
    <dgm:cxn modelId="{C3ED0DF5-D324-4F2F-8443-7F8B0EE16051}" srcId="{BD8115F7-016A-4E56-8701-5429705744DB}" destId="{F2756CC9-A991-48C2-A3C9-9A27EE05D4F0}" srcOrd="2" destOrd="0" parTransId="{AF9E74A8-B7C8-4BD9-B490-BDC4352AEC38}" sibTransId="{CC5F10F5-2DC2-4D2B-B3A0-B57D9DCD557D}"/>
    <dgm:cxn modelId="{5EB69114-6BD4-3E41-B8DF-72D7572AC719}" type="presParOf" srcId="{941A8894-4E46-D841-B92A-AA2CA8FF8A13}" destId="{92F19CA4-D32B-5E43-A0E1-B5D21A3322CE}" srcOrd="0" destOrd="0" presId="urn:microsoft.com/office/officeart/2005/8/layout/process5"/>
    <dgm:cxn modelId="{FB74E87F-4790-524B-ABE5-E0F73589B646}" type="presParOf" srcId="{941A8894-4E46-D841-B92A-AA2CA8FF8A13}" destId="{4CDD309E-6382-C446-8537-D5DA1AEB8E5F}" srcOrd="1" destOrd="0" presId="urn:microsoft.com/office/officeart/2005/8/layout/process5"/>
    <dgm:cxn modelId="{1FC82B84-BBDC-EE44-8D00-4CF65B4AB8E3}" type="presParOf" srcId="{4CDD309E-6382-C446-8537-D5DA1AEB8E5F}" destId="{D9D82033-2190-C44C-8B35-9A42DE463AC6}" srcOrd="0" destOrd="0" presId="urn:microsoft.com/office/officeart/2005/8/layout/process5"/>
    <dgm:cxn modelId="{3C4D88E5-9A97-BE4E-91C4-E7895E5C7952}" type="presParOf" srcId="{941A8894-4E46-D841-B92A-AA2CA8FF8A13}" destId="{79471964-EEB0-CE4E-92A4-D960F86EAE36}" srcOrd="2" destOrd="0" presId="urn:microsoft.com/office/officeart/2005/8/layout/process5"/>
    <dgm:cxn modelId="{1D2C2ED3-E002-184C-89BD-96B768A6EF78}" type="presParOf" srcId="{941A8894-4E46-D841-B92A-AA2CA8FF8A13}" destId="{A8101D87-BDC3-7245-865B-215A1A2B6300}" srcOrd="3" destOrd="0" presId="urn:microsoft.com/office/officeart/2005/8/layout/process5"/>
    <dgm:cxn modelId="{4D23FA9C-D91E-5345-BCC7-AE57BC26CB42}" type="presParOf" srcId="{A8101D87-BDC3-7245-865B-215A1A2B6300}" destId="{F968C411-ADE7-4644-B67E-58CF331116A1}" srcOrd="0" destOrd="0" presId="urn:microsoft.com/office/officeart/2005/8/layout/process5"/>
    <dgm:cxn modelId="{94E0DB98-17B9-284D-8452-BEBBE4DD4701}" type="presParOf" srcId="{941A8894-4E46-D841-B92A-AA2CA8FF8A13}" destId="{22220E1D-9617-C84B-ACEB-F1D7128018B2}" srcOrd="4" destOrd="0" presId="urn:microsoft.com/office/officeart/2005/8/layout/process5"/>
    <dgm:cxn modelId="{648F8E1F-5B1C-A548-9039-E4F85B6B6491}" type="presParOf" srcId="{941A8894-4E46-D841-B92A-AA2CA8FF8A13}" destId="{83C33AF9-A072-CC47-96DD-0E354F4F46BC}" srcOrd="5" destOrd="0" presId="urn:microsoft.com/office/officeart/2005/8/layout/process5"/>
    <dgm:cxn modelId="{907C9BA4-C59D-0048-8002-5010EA26BD50}" type="presParOf" srcId="{83C33AF9-A072-CC47-96DD-0E354F4F46BC}" destId="{E8175A64-7FE6-F447-876F-BCC0523EC170}" srcOrd="0" destOrd="0" presId="urn:microsoft.com/office/officeart/2005/8/layout/process5"/>
    <dgm:cxn modelId="{CE998C73-20A0-1A48-BCD9-4D3DFC550E3E}" type="presParOf" srcId="{941A8894-4E46-D841-B92A-AA2CA8FF8A13}" destId="{54A7FB40-7646-0C4A-B0E9-EEF673F035D4}" srcOrd="6" destOrd="0" presId="urn:microsoft.com/office/officeart/2005/8/layout/process5"/>
    <dgm:cxn modelId="{2636A61F-2D61-7945-838A-03736863F88A}" type="presParOf" srcId="{941A8894-4E46-D841-B92A-AA2CA8FF8A13}" destId="{25AB1ABC-6985-6143-AA6C-48BA7DC73C60}" srcOrd="7" destOrd="0" presId="urn:microsoft.com/office/officeart/2005/8/layout/process5"/>
    <dgm:cxn modelId="{7D3BD207-0D1F-8346-BBA8-5B963E1316A9}" type="presParOf" srcId="{25AB1ABC-6985-6143-AA6C-48BA7DC73C60}" destId="{7ABF2A05-37D9-6C43-A643-1F96BD8C817D}" srcOrd="0" destOrd="0" presId="urn:microsoft.com/office/officeart/2005/8/layout/process5"/>
    <dgm:cxn modelId="{0225ABF3-A292-E644-9962-19EA647D8B5A}" type="presParOf" srcId="{941A8894-4E46-D841-B92A-AA2CA8FF8A13}" destId="{5A1C2EB5-86BC-CF4B-91CD-83DD88734220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390A37-37E0-4C51-A2D8-05C3656A932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F38A367-BA7B-4478-8499-1E9A5DC754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Data Acquisition: Gather and preprocess NOAA data.</a:t>
          </a:r>
        </a:p>
      </dgm:t>
    </dgm:pt>
    <dgm:pt modelId="{9A9206A1-3B23-4FFA-ACB4-3D7E3756E9E5}" type="parTrans" cxnId="{6DA15723-ECBF-485A-A2C7-43BCD597B32A}">
      <dgm:prSet/>
      <dgm:spPr/>
      <dgm:t>
        <a:bodyPr/>
        <a:lstStyle/>
        <a:p>
          <a:endParaRPr lang="en-US"/>
        </a:p>
      </dgm:t>
    </dgm:pt>
    <dgm:pt modelId="{9B41BB26-45B4-4CF6-9545-705DDA9E2DE6}" type="sibTrans" cxnId="{6DA15723-ECBF-485A-A2C7-43BCD597B32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4075268-F56D-4560-BC3B-EF739FCDC4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Map Modeling: Convert region into risk-based grid.</a:t>
          </a:r>
        </a:p>
      </dgm:t>
    </dgm:pt>
    <dgm:pt modelId="{21F03719-E605-413A-89B8-9A9BE6CCB9E3}" type="parTrans" cxnId="{BCF4E3B4-3D7A-4A0B-A281-A92B45C88B31}">
      <dgm:prSet/>
      <dgm:spPr/>
      <dgm:t>
        <a:bodyPr/>
        <a:lstStyle/>
        <a:p>
          <a:endParaRPr lang="en-US"/>
        </a:p>
      </dgm:t>
    </dgm:pt>
    <dgm:pt modelId="{5E9972FC-9CA5-4E30-9354-7A28D918C5B7}" type="sibTrans" cxnId="{BCF4E3B4-3D7A-4A0B-A281-A92B45C88B3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7007756-A218-40D8-B336-D2D4ADD7C8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Algorithm Implementation: UCS &amp; A*.</a:t>
          </a:r>
        </a:p>
      </dgm:t>
    </dgm:pt>
    <dgm:pt modelId="{1EB57484-D6FA-4B0B-AE67-D0A6C703A834}" type="parTrans" cxnId="{0DC70482-B609-476D-BC27-EBFD638360D8}">
      <dgm:prSet/>
      <dgm:spPr/>
      <dgm:t>
        <a:bodyPr/>
        <a:lstStyle/>
        <a:p>
          <a:endParaRPr lang="en-US"/>
        </a:p>
      </dgm:t>
    </dgm:pt>
    <dgm:pt modelId="{EBD1D576-217E-4ECC-8BDF-A6E4093F6F88}" type="sibTrans" cxnId="{0DC70482-B609-476D-BC27-EBFD638360D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5951483-1087-4C93-9A1E-BC584C8599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Visualization: Plot evacuation paths &amp; storm conditions.</a:t>
          </a:r>
        </a:p>
      </dgm:t>
    </dgm:pt>
    <dgm:pt modelId="{CE936392-F110-4DE7-BDC2-3F3A3D30DF20}" type="parTrans" cxnId="{C855DFC3-1269-455E-9BC2-6FD6C548FC3A}">
      <dgm:prSet/>
      <dgm:spPr/>
      <dgm:t>
        <a:bodyPr/>
        <a:lstStyle/>
        <a:p>
          <a:endParaRPr lang="en-US"/>
        </a:p>
      </dgm:t>
    </dgm:pt>
    <dgm:pt modelId="{3725E3F4-D173-446F-ABA7-BE4C2338A446}" type="sibTrans" cxnId="{C855DFC3-1269-455E-9BC2-6FD6C548FC3A}">
      <dgm:prSet/>
      <dgm:spPr/>
      <dgm:t>
        <a:bodyPr/>
        <a:lstStyle/>
        <a:p>
          <a:endParaRPr lang="en-US"/>
        </a:p>
      </dgm:t>
    </dgm:pt>
    <dgm:pt modelId="{CD9A7DEC-9032-4AE8-B555-0C7E96343575}" type="pres">
      <dgm:prSet presAssocID="{6E390A37-37E0-4C51-A2D8-05C3656A9326}" presName="root" presStyleCnt="0">
        <dgm:presLayoutVars>
          <dgm:dir/>
          <dgm:resizeHandles val="exact"/>
        </dgm:presLayoutVars>
      </dgm:prSet>
      <dgm:spPr/>
    </dgm:pt>
    <dgm:pt modelId="{CBB63A7A-FF32-47EE-B648-97837028D000}" type="pres">
      <dgm:prSet presAssocID="{6E390A37-37E0-4C51-A2D8-05C3656A9326}" presName="container" presStyleCnt="0">
        <dgm:presLayoutVars>
          <dgm:dir/>
          <dgm:resizeHandles val="exact"/>
        </dgm:presLayoutVars>
      </dgm:prSet>
      <dgm:spPr/>
    </dgm:pt>
    <dgm:pt modelId="{D32E1322-BA4F-4E13-BA61-B3DA8C82F761}" type="pres">
      <dgm:prSet presAssocID="{BF38A367-BA7B-4478-8499-1E9A5DC754E8}" presName="compNode" presStyleCnt="0"/>
      <dgm:spPr/>
    </dgm:pt>
    <dgm:pt modelId="{E0592D76-CCFF-4CFF-82AD-20C024CC0BD0}" type="pres">
      <dgm:prSet presAssocID="{BF38A367-BA7B-4478-8499-1E9A5DC754E8}" presName="iconBgRect" presStyleLbl="bgShp" presStyleIdx="0" presStyleCnt="4"/>
      <dgm:spPr/>
    </dgm:pt>
    <dgm:pt modelId="{42C576B1-E16B-4386-A10C-84E2998AEF04}" type="pres">
      <dgm:prSet presAssocID="{BF38A367-BA7B-4478-8499-1E9A5DC754E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30D96438-E53E-49F7-B9C1-A802B2D89977}" type="pres">
      <dgm:prSet presAssocID="{BF38A367-BA7B-4478-8499-1E9A5DC754E8}" presName="spaceRect" presStyleCnt="0"/>
      <dgm:spPr/>
    </dgm:pt>
    <dgm:pt modelId="{DC2E9B60-C41A-42D7-AF7A-972DF40D19F8}" type="pres">
      <dgm:prSet presAssocID="{BF38A367-BA7B-4478-8499-1E9A5DC754E8}" presName="textRect" presStyleLbl="revTx" presStyleIdx="0" presStyleCnt="4">
        <dgm:presLayoutVars>
          <dgm:chMax val="1"/>
          <dgm:chPref val="1"/>
        </dgm:presLayoutVars>
      </dgm:prSet>
      <dgm:spPr/>
    </dgm:pt>
    <dgm:pt modelId="{207B2D9E-B453-4B27-A517-A8378F1A2263}" type="pres">
      <dgm:prSet presAssocID="{9B41BB26-45B4-4CF6-9545-705DDA9E2DE6}" presName="sibTrans" presStyleLbl="sibTrans2D1" presStyleIdx="0" presStyleCnt="0"/>
      <dgm:spPr/>
    </dgm:pt>
    <dgm:pt modelId="{4A7C58E7-03CE-43BF-9CB0-9BE91E6944B5}" type="pres">
      <dgm:prSet presAssocID="{14075268-F56D-4560-BC3B-EF739FCDC4BD}" presName="compNode" presStyleCnt="0"/>
      <dgm:spPr/>
    </dgm:pt>
    <dgm:pt modelId="{A09C8AB4-15C5-4054-B3EB-533E83CA9BF2}" type="pres">
      <dgm:prSet presAssocID="{14075268-F56D-4560-BC3B-EF739FCDC4BD}" presName="iconBgRect" presStyleLbl="bgShp" presStyleIdx="1" presStyleCnt="4"/>
      <dgm:spPr/>
    </dgm:pt>
    <dgm:pt modelId="{4DD9478B-AC5F-4D7F-B30D-3B116B0F4384}" type="pres">
      <dgm:prSet presAssocID="{14075268-F56D-4560-BC3B-EF739FCDC4B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DCB3CDCC-F388-4C72-9EFC-0249D78AAE4D}" type="pres">
      <dgm:prSet presAssocID="{14075268-F56D-4560-BC3B-EF739FCDC4BD}" presName="spaceRect" presStyleCnt="0"/>
      <dgm:spPr/>
    </dgm:pt>
    <dgm:pt modelId="{9FDAF07B-E8D0-440B-8555-6A916C9C1ABD}" type="pres">
      <dgm:prSet presAssocID="{14075268-F56D-4560-BC3B-EF739FCDC4BD}" presName="textRect" presStyleLbl="revTx" presStyleIdx="1" presStyleCnt="4">
        <dgm:presLayoutVars>
          <dgm:chMax val="1"/>
          <dgm:chPref val="1"/>
        </dgm:presLayoutVars>
      </dgm:prSet>
      <dgm:spPr/>
    </dgm:pt>
    <dgm:pt modelId="{639E44AE-C68C-4933-B4A2-367283ED50D7}" type="pres">
      <dgm:prSet presAssocID="{5E9972FC-9CA5-4E30-9354-7A28D918C5B7}" presName="sibTrans" presStyleLbl="sibTrans2D1" presStyleIdx="0" presStyleCnt="0"/>
      <dgm:spPr/>
    </dgm:pt>
    <dgm:pt modelId="{F8A5AE24-EF30-4BF3-816C-BB33A7D8A5D0}" type="pres">
      <dgm:prSet presAssocID="{67007756-A218-40D8-B336-D2D4ADD7C8E7}" presName="compNode" presStyleCnt="0"/>
      <dgm:spPr/>
    </dgm:pt>
    <dgm:pt modelId="{D3DFC6CE-B001-4FBA-8DD7-FF6447A93F1B}" type="pres">
      <dgm:prSet presAssocID="{67007756-A218-40D8-B336-D2D4ADD7C8E7}" presName="iconBgRect" presStyleLbl="bgShp" presStyleIdx="2" presStyleCnt="4"/>
      <dgm:spPr/>
    </dgm:pt>
    <dgm:pt modelId="{3C351E48-CA01-4355-8A88-EC70C311C7F0}" type="pres">
      <dgm:prSet presAssocID="{67007756-A218-40D8-B336-D2D4ADD7C8E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A1C622B-70D0-4492-938F-376E6F4CBB22}" type="pres">
      <dgm:prSet presAssocID="{67007756-A218-40D8-B336-D2D4ADD7C8E7}" presName="spaceRect" presStyleCnt="0"/>
      <dgm:spPr/>
    </dgm:pt>
    <dgm:pt modelId="{92449DDD-E813-40E5-B57C-0F409EE06F14}" type="pres">
      <dgm:prSet presAssocID="{67007756-A218-40D8-B336-D2D4ADD7C8E7}" presName="textRect" presStyleLbl="revTx" presStyleIdx="2" presStyleCnt="4">
        <dgm:presLayoutVars>
          <dgm:chMax val="1"/>
          <dgm:chPref val="1"/>
        </dgm:presLayoutVars>
      </dgm:prSet>
      <dgm:spPr/>
    </dgm:pt>
    <dgm:pt modelId="{84C64E9D-9808-4B64-A160-5AB1EB3CE105}" type="pres">
      <dgm:prSet presAssocID="{EBD1D576-217E-4ECC-8BDF-A6E4093F6F88}" presName="sibTrans" presStyleLbl="sibTrans2D1" presStyleIdx="0" presStyleCnt="0"/>
      <dgm:spPr/>
    </dgm:pt>
    <dgm:pt modelId="{9283CF51-BA8F-4CC7-B152-1F7E0E0C6064}" type="pres">
      <dgm:prSet presAssocID="{15951483-1087-4C93-9A1E-BC584C8599F1}" presName="compNode" presStyleCnt="0"/>
      <dgm:spPr/>
    </dgm:pt>
    <dgm:pt modelId="{21BE93F3-3DE9-4A13-AF2A-57CCC381F383}" type="pres">
      <dgm:prSet presAssocID="{15951483-1087-4C93-9A1E-BC584C8599F1}" presName="iconBgRect" presStyleLbl="bgShp" presStyleIdx="3" presStyleCnt="4"/>
      <dgm:spPr/>
    </dgm:pt>
    <dgm:pt modelId="{887B163B-20CA-4658-BA1C-A3E8F49816C6}" type="pres">
      <dgm:prSet presAssocID="{15951483-1087-4C93-9A1E-BC584C8599F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AB04F800-A8DB-4F5E-A1EE-25B22D689468}" type="pres">
      <dgm:prSet presAssocID="{15951483-1087-4C93-9A1E-BC584C8599F1}" presName="spaceRect" presStyleCnt="0"/>
      <dgm:spPr/>
    </dgm:pt>
    <dgm:pt modelId="{A214632D-6F05-4E2B-8B11-BADF180D8B04}" type="pres">
      <dgm:prSet presAssocID="{15951483-1087-4C93-9A1E-BC584C8599F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FCC870E-B286-724B-84E2-E4480CF5CFAF}" type="presOf" srcId="{14075268-F56D-4560-BC3B-EF739FCDC4BD}" destId="{9FDAF07B-E8D0-440B-8555-6A916C9C1ABD}" srcOrd="0" destOrd="0" presId="urn:microsoft.com/office/officeart/2018/2/layout/IconCircleList"/>
    <dgm:cxn modelId="{630CCA19-A11E-1C4E-A859-CC82A6707EF5}" type="presOf" srcId="{5E9972FC-9CA5-4E30-9354-7A28D918C5B7}" destId="{639E44AE-C68C-4933-B4A2-367283ED50D7}" srcOrd="0" destOrd="0" presId="urn:microsoft.com/office/officeart/2018/2/layout/IconCircleList"/>
    <dgm:cxn modelId="{6DA15723-ECBF-485A-A2C7-43BCD597B32A}" srcId="{6E390A37-37E0-4C51-A2D8-05C3656A9326}" destId="{BF38A367-BA7B-4478-8499-1E9A5DC754E8}" srcOrd="0" destOrd="0" parTransId="{9A9206A1-3B23-4FFA-ACB4-3D7E3756E9E5}" sibTransId="{9B41BB26-45B4-4CF6-9545-705DDA9E2DE6}"/>
    <dgm:cxn modelId="{0DC70482-B609-476D-BC27-EBFD638360D8}" srcId="{6E390A37-37E0-4C51-A2D8-05C3656A9326}" destId="{67007756-A218-40D8-B336-D2D4ADD7C8E7}" srcOrd="2" destOrd="0" parTransId="{1EB57484-D6FA-4B0B-AE67-D0A6C703A834}" sibTransId="{EBD1D576-217E-4ECC-8BDF-A6E4093F6F88}"/>
    <dgm:cxn modelId="{6CDA33A0-FEFB-B149-A632-E0215B9D3F64}" type="presOf" srcId="{67007756-A218-40D8-B336-D2D4ADD7C8E7}" destId="{92449DDD-E813-40E5-B57C-0F409EE06F14}" srcOrd="0" destOrd="0" presId="urn:microsoft.com/office/officeart/2018/2/layout/IconCircleList"/>
    <dgm:cxn modelId="{C9D79BA0-EEC7-304B-B885-47365086541C}" type="presOf" srcId="{EBD1D576-217E-4ECC-8BDF-A6E4093F6F88}" destId="{84C64E9D-9808-4B64-A160-5AB1EB3CE105}" srcOrd="0" destOrd="0" presId="urn:microsoft.com/office/officeart/2018/2/layout/IconCircleList"/>
    <dgm:cxn modelId="{59C2B8A0-3A9B-A848-8F09-E0DCF98C5138}" type="presOf" srcId="{9B41BB26-45B4-4CF6-9545-705DDA9E2DE6}" destId="{207B2D9E-B453-4B27-A517-A8378F1A2263}" srcOrd="0" destOrd="0" presId="urn:microsoft.com/office/officeart/2018/2/layout/IconCircleList"/>
    <dgm:cxn modelId="{A14D05AE-DD3B-4746-9F11-7F8D398F8119}" type="presOf" srcId="{15951483-1087-4C93-9A1E-BC584C8599F1}" destId="{A214632D-6F05-4E2B-8B11-BADF180D8B04}" srcOrd="0" destOrd="0" presId="urn:microsoft.com/office/officeart/2018/2/layout/IconCircleList"/>
    <dgm:cxn modelId="{BCF4E3B4-3D7A-4A0B-A281-A92B45C88B31}" srcId="{6E390A37-37E0-4C51-A2D8-05C3656A9326}" destId="{14075268-F56D-4560-BC3B-EF739FCDC4BD}" srcOrd="1" destOrd="0" parTransId="{21F03719-E605-413A-89B8-9A9BE6CCB9E3}" sibTransId="{5E9972FC-9CA5-4E30-9354-7A28D918C5B7}"/>
    <dgm:cxn modelId="{C855DFC3-1269-455E-9BC2-6FD6C548FC3A}" srcId="{6E390A37-37E0-4C51-A2D8-05C3656A9326}" destId="{15951483-1087-4C93-9A1E-BC584C8599F1}" srcOrd="3" destOrd="0" parTransId="{CE936392-F110-4DE7-BDC2-3F3A3D30DF20}" sibTransId="{3725E3F4-D173-446F-ABA7-BE4C2338A446}"/>
    <dgm:cxn modelId="{3B552ED7-9F90-614A-9C7D-57B9D3ECFC41}" type="presOf" srcId="{6E390A37-37E0-4C51-A2D8-05C3656A9326}" destId="{CD9A7DEC-9032-4AE8-B555-0C7E96343575}" srcOrd="0" destOrd="0" presId="urn:microsoft.com/office/officeart/2018/2/layout/IconCircleList"/>
    <dgm:cxn modelId="{9312FEEE-5EC4-2D41-93C9-9DCC9A3A23B6}" type="presOf" srcId="{BF38A367-BA7B-4478-8499-1E9A5DC754E8}" destId="{DC2E9B60-C41A-42D7-AF7A-972DF40D19F8}" srcOrd="0" destOrd="0" presId="urn:microsoft.com/office/officeart/2018/2/layout/IconCircleList"/>
    <dgm:cxn modelId="{3C1B5BDF-ABD5-0A41-A1F6-64E6FA60C954}" type="presParOf" srcId="{CD9A7DEC-9032-4AE8-B555-0C7E96343575}" destId="{CBB63A7A-FF32-47EE-B648-97837028D000}" srcOrd="0" destOrd="0" presId="urn:microsoft.com/office/officeart/2018/2/layout/IconCircleList"/>
    <dgm:cxn modelId="{5EAFBDB0-4ED1-E340-9084-384112E72B23}" type="presParOf" srcId="{CBB63A7A-FF32-47EE-B648-97837028D000}" destId="{D32E1322-BA4F-4E13-BA61-B3DA8C82F761}" srcOrd="0" destOrd="0" presId="urn:microsoft.com/office/officeart/2018/2/layout/IconCircleList"/>
    <dgm:cxn modelId="{B01A8608-D353-4147-9206-C5FD0945DB8D}" type="presParOf" srcId="{D32E1322-BA4F-4E13-BA61-B3DA8C82F761}" destId="{E0592D76-CCFF-4CFF-82AD-20C024CC0BD0}" srcOrd="0" destOrd="0" presId="urn:microsoft.com/office/officeart/2018/2/layout/IconCircleList"/>
    <dgm:cxn modelId="{5F19BDBE-076B-EB4B-A4E3-A76883D81F08}" type="presParOf" srcId="{D32E1322-BA4F-4E13-BA61-B3DA8C82F761}" destId="{42C576B1-E16B-4386-A10C-84E2998AEF04}" srcOrd="1" destOrd="0" presId="urn:microsoft.com/office/officeart/2018/2/layout/IconCircleList"/>
    <dgm:cxn modelId="{44BDB497-1B87-384A-B0D0-32A01B7A4812}" type="presParOf" srcId="{D32E1322-BA4F-4E13-BA61-B3DA8C82F761}" destId="{30D96438-E53E-49F7-B9C1-A802B2D89977}" srcOrd="2" destOrd="0" presId="urn:microsoft.com/office/officeart/2018/2/layout/IconCircleList"/>
    <dgm:cxn modelId="{653655A8-31A3-1845-AA5D-84D9834F84B2}" type="presParOf" srcId="{D32E1322-BA4F-4E13-BA61-B3DA8C82F761}" destId="{DC2E9B60-C41A-42D7-AF7A-972DF40D19F8}" srcOrd="3" destOrd="0" presId="urn:microsoft.com/office/officeart/2018/2/layout/IconCircleList"/>
    <dgm:cxn modelId="{5403D0C6-11F8-F343-9B9E-9D6144679F95}" type="presParOf" srcId="{CBB63A7A-FF32-47EE-B648-97837028D000}" destId="{207B2D9E-B453-4B27-A517-A8378F1A2263}" srcOrd="1" destOrd="0" presId="urn:microsoft.com/office/officeart/2018/2/layout/IconCircleList"/>
    <dgm:cxn modelId="{9544867F-DD8F-6842-A1EA-220AEFB8A2CF}" type="presParOf" srcId="{CBB63A7A-FF32-47EE-B648-97837028D000}" destId="{4A7C58E7-03CE-43BF-9CB0-9BE91E6944B5}" srcOrd="2" destOrd="0" presId="urn:microsoft.com/office/officeart/2018/2/layout/IconCircleList"/>
    <dgm:cxn modelId="{E7468265-81A5-F04B-A9DF-DBCF9660A8FE}" type="presParOf" srcId="{4A7C58E7-03CE-43BF-9CB0-9BE91E6944B5}" destId="{A09C8AB4-15C5-4054-B3EB-533E83CA9BF2}" srcOrd="0" destOrd="0" presId="urn:microsoft.com/office/officeart/2018/2/layout/IconCircleList"/>
    <dgm:cxn modelId="{C2E69C85-1BA4-924D-B600-D8C1630D4776}" type="presParOf" srcId="{4A7C58E7-03CE-43BF-9CB0-9BE91E6944B5}" destId="{4DD9478B-AC5F-4D7F-B30D-3B116B0F4384}" srcOrd="1" destOrd="0" presId="urn:microsoft.com/office/officeart/2018/2/layout/IconCircleList"/>
    <dgm:cxn modelId="{C8A15F8B-4467-594A-A63C-03D5FB64FC2B}" type="presParOf" srcId="{4A7C58E7-03CE-43BF-9CB0-9BE91E6944B5}" destId="{DCB3CDCC-F388-4C72-9EFC-0249D78AAE4D}" srcOrd="2" destOrd="0" presId="urn:microsoft.com/office/officeart/2018/2/layout/IconCircleList"/>
    <dgm:cxn modelId="{9F33339C-E4FC-CF4E-A30F-17566226C5D3}" type="presParOf" srcId="{4A7C58E7-03CE-43BF-9CB0-9BE91E6944B5}" destId="{9FDAF07B-E8D0-440B-8555-6A916C9C1ABD}" srcOrd="3" destOrd="0" presId="urn:microsoft.com/office/officeart/2018/2/layout/IconCircleList"/>
    <dgm:cxn modelId="{FFB42D77-F06B-EB47-AAC5-F08BC1C7E727}" type="presParOf" srcId="{CBB63A7A-FF32-47EE-B648-97837028D000}" destId="{639E44AE-C68C-4933-B4A2-367283ED50D7}" srcOrd="3" destOrd="0" presId="urn:microsoft.com/office/officeart/2018/2/layout/IconCircleList"/>
    <dgm:cxn modelId="{D0872611-9485-2F49-85D7-83E39CA34C44}" type="presParOf" srcId="{CBB63A7A-FF32-47EE-B648-97837028D000}" destId="{F8A5AE24-EF30-4BF3-816C-BB33A7D8A5D0}" srcOrd="4" destOrd="0" presId="urn:microsoft.com/office/officeart/2018/2/layout/IconCircleList"/>
    <dgm:cxn modelId="{3679FF61-2B16-5049-B55C-589BA04A3C57}" type="presParOf" srcId="{F8A5AE24-EF30-4BF3-816C-BB33A7D8A5D0}" destId="{D3DFC6CE-B001-4FBA-8DD7-FF6447A93F1B}" srcOrd="0" destOrd="0" presId="urn:microsoft.com/office/officeart/2018/2/layout/IconCircleList"/>
    <dgm:cxn modelId="{896DB870-F557-AA42-965C-456429AE4836}" type="presParOf" srcId="{F8A5AE24-EF30-4BF3-816C-BB33A7D8A5D0}" destId="{3C351E48-CA01-4355-8A88-EC70C311C7F0}" srcOrd="1" destOrd="0" presId="urn:microsoft.com/office/officeart/2018/2/layout/IconCircleList"/>
    <dgm:cxn modelId="{57BD5DE9-2422-404D-A453-9D8B4370A0CB}" type="presParOf" srcId="{F8A5AE24-EF30-4BF3-816C-BB33A7D8A5D0}" destId="{1A1C622B-70D0-4492-938F-376E6F4CBB22}" srcOrd="2" destOrd="0" presId="urn:microsoft.com/office/officeart/2018/2/layout/IconCircleList"/>
    <dgm:cxn modelId="{43967448-5B96-6648-8229-893D4437AB20}" type="presParOf" srcId="{F8A5AE24-EF30-4BF3-816C-BB33A7D8A5D0}" destId="{92449DDD-E813-40E5-B57C-0F409EE06F14}" srcOrd="3" destOrd="0" presId="urn:microsoft.com/office/officeart/2018/2/layout/IconCircleList"/>
    <dgm:cxn modelId="{528EE94C-965B-F74C-A62F-3DDD0253D5A3}" type="presParOf" srcId="{CBB63A7A-FF32-47EE-B648-97837028D000}" destId="{84C64E9D-9808-4B64-A160-5AB1EB3CE105}" srcOrd="5" destOrd="0" presId="urn:microsoft.com/office/officeart/2018/2/layout/IconCircleList"/>
    <dgm:cxn modelId="{7D6C17B2-5EAE-CE46-ABD4-51AD30833A18}" type="presParOf" srcId="{CBB63A7A-FF32-47EE-B648-97837028D000}" destId="{9283CF51-BA8F-4CC7-B152-1F7E0E0C6064}" srcOrd="6" destOrd="0" presId="urn:microsoft.com/office/officeart/2018/2/layout/IconCircleList"/>
    <dgm:cxn modelId="{D48DF305-23E3-0C46-8309-69970DE468CF}" type="presParOf" srcId="{9283CF51-BA8F-4CC7-B152-1F7E0E0C6064}" destId="{21BE93F3-3DE9-4A13-AF2A-57CCC381F383}" srcOrd="0" destOrd="0" presId="urn:microsoft.com/office/officeart/2018/2/layout/IconCircleList"/>
    <dgm:cxn modelId="{FC2670CB-18A4-5842-8D5E-00AD7A409DE3}" type="presParOf" srcId="{9283CF51-BA8F-4CC7-B152-1F7E0E0C6064}" destId="{887B163B-20CA-4658-BA1C-A3E8F49816C6}" srcOrd="1" destOrd="0" presId="urn:microsoft.com/office/officeart/2018/2/layout/IconCircleList"/>
    <dgm:cxn modelId="{4CB85371-AB1E-D840-BA9A-7A1FB975B4EA}" type="presParOf" srcId="{9283CF51-BA8F-4CC7-B152-1F7E0E0C6064}" destId="{AB04F800-A8DB-4F5E-A1EE-25B22D689468}" srcOrd="2" destOrd="0" presId="urn:microsoft.com/office/officeart/2018/2/layout/IconCircleList"/>
    <dgm:cxn modelId="{FFE27F97-8EA3-754A-A3A2-7EB0D50F474C}" type="presParOf" srcId="{9283CF51-BA8F-4CC7-B152-1F7E0E0C6064}" destId="{A214632D-6F05-4E2B-8B11-BADF180D8B0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0167B74-3D6C-4382-BD41-B0144CED691E}" type="doc">
      <dgm:prSet loTypeId="urn:microsoft.com/office/officeart/2005/8/layout/default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56263185-B865-4C6B-A8E5-21FC81FF5D87}">
      <dgm:prSet/>
      <dgm:spPr/>
      <dgm:t>
        <a:bodyPr/>
        <a:lstStyle/>
        <a:p>
          <a:r>
            <a:rPr lang="en-US"/>
            <a:t>1. Cleaned NOAA dataset</a:t>
          </a:r>
        </a:p>
      </dgm:t>
    </dgm:pt>
    <dgm:pt modelId="{6B777281-4289-4DB9-A735-C263C6A8D648}" type="parTrans" cxnId="{19759ECB-2573-4D70-A9ED-FA71876C5689}">
      <dgm:prSet/>
      <dgm:spPr/>
      <dgm:t>
        <a:bodyPr/>
        <a:lstStyle/>
        <a:p>
          <a:endParaRPr lang="en-US"/>
        </a:p>
      </dgm:t>
    </dgm:pt>
    <dgm:pt modelId="{ED79FC5D-A2DF-450D-AAF9-686064EC4AD4}" type="sibTrans" cxnId="{19759ECB-2573-4D70-A9ED-FA71876C5689}">
      <dgm:prSet/>
      <dgm:spPr/>
      <dgm:t>
        <a:bodyPr/>
        <a:lstStyle/>
        <a:p>
          <a:endParaRPr lang="en-US"/>
        </a:p>
      </dgm:t>
    </dgm:pt>
    <dgm:pt modelId="{8B0D5AD8-0AEC-4FBD-9567-19EEC864453F}">
      <dgm:prSet/>
      <dgm:spPr/>
      <dgm:t>
        <a:bodyPr/>
        <a:lstStyle/>
        <a:p>
          <a:r>
            <a:rPr lang="en-US"/>
            <a:t>2. Grid-based spatial model</a:t>
          </a:r>
        </a:p>
      </dgm:t>
    </dgm:pt>
    <dgm:pt modelId="{600AC08E-BBB4-4D1A-8DD1-0643661968B2}" type="parTrans" cxnId="{A08BF497-9DFE-426A-BD47-2AAA1B4BFA64}">
      <dgm:prSet/>
      <dgm:spPr/>
      <dgm:t>
        <a:bodyPr/>
        <a:lstStyle/>
        <a:p>
          <a:endParaRPr lang="en-US"/>
        </a:p>
      </dgm:t>
    </dgm:pt>
    <dgm:pt modelId="{E5435524-C5CD-4EB8-97A6-44C429F39EBD}" type="sibTrans" cxnId="{A08BF497-9DFE-426A-BD47-2AAA1B4BFA64}">
      <dgm:prSet/>
      <dgm:spPr/>
      <dgm:t>
        <a:bodyPr/>
        <a:lstStyle/>
        <a:p>
          <a:endParaRPr lang="en-US"/>
        </a:p>
      </dgm:t>
    </dgm:pt>
    <dgm:pt modelId="{7D56AC67-826D-4009-8C17-A88A37701849}">
      <dgm:prSet/>
      <dgm:spPr/>
      <dgm:t>
        <a:bodyPr/>
        <a:lstStyle/>
        <a:p>
          <a:r>
            <a:rPr lang="en-US"/>
            <a:t>3. UCS &amp; A* implementations</a:t>
          </a:r>
        </a:p>
      </dgm:t>
    </dgm:pt>
    <dgm:pt modelId="{5974E5A2-E750-4314-8B8D-D1858A802A60}" type="parTrans" cxnId="{323893B0-00AA-47C8-B058-4F809561DCEA}">
      <dgm:prSet/>
      <dgm:spPr/>
      <dgm:t>
        <a:bodyPr/>
        <a:lstStyle/>
        <a:p>
          <a:endParaRPr lang="en-US"/>
        </a:p>
      </dgm:t>
    </dgm:pt>
    <dgm:pt modelId="{BF365358-7C0D-4E99-BC23-5A7A68A03180}" type="sibTrans" cxnId="{323893B0-00AA-47C8-B058-4F809561DCEA}">
      <dgm:prSet/>
      <dgm:spPr/>
      <dgm:t>
        <a:bodyPr/>
        <a:lstStyle/>
        <a:p>
          <a:endParaRPr lang="en-US"/>
        </a:p>
      </dgm:t>
    </dgm:pt>
    <dgm:pt modelId="{625AB402-937F-4AC1-8F18-174EB4619DD6}">
      <dgm:prSet/>
      <dgm:spPr/>
      <dgm:t>
        <a:bodyPr/>
        <a:lstStyle/>
        <a:p>
          <a:r>
            <a:rPr lang="en-US"/>
            <a:t>4. Performance comparison report</a:t>
          </a:r>
        </a:p>
      </dgm:t>
    </dgm:pt>
    <dgm:pt modelId="{1B1B8E3E-11DA-4A46-AA86-FA69B05475F3}" type="parTrans" cxnId="{EC84C55E-2007-47DE-AD91-0CF40FE98705}">
      <dgm:prSet/>
      <dgm:spPr/>
      <dgm:t>
        <a:bodyPr/>
        <a:lstStyle/>
        <a:p>
          <a:endParaRPr lang="en-US"/>
        </a:p>
      </dgm:t>
    </dgm:pt>
    <dgm:pt modelId="{84BD5933-B76C-43D3-A50C-EDE2DF351950}" type="sibTrans" cxnId="{EC84C55E-2007-47DE-AD91-0CF40FE98705}">
      <dgm:prSet/>
      <dgm:spPr/>
      <dgm:t>
        <a:bodyPr/>
        <a:lstStyle/>
        <a:p>
          <a:endParaRPr lang="en-US"/>
        </a:p>
      </dgm:t>
    </dgm:pt>
    <dgm:pt modelId="{2908B465-A4EE-47B9-90BB-997562A74140}">
      <dgm:prSet/>
      <dgm:spPr/>
      <dgm:t>
        <a:bodyPr/>
        <a:lstStyle/>
        <a:p>
          <a:r>
            <a:rPr lang="en-US"/>
            <a:t>5. Visualizations &amp; maps</a:t>
          </a:r>
        </a:p>
      </dgm:t>
    </dgm:pt>
    <dgm:pt modelId="{240B40D0-C61E-40CE-9D01-5AFB0733CCBC}" type="parTrans" cxnId="{649B0554-81E4-4144-9AA7-627C124E8CC1}">
      <dgm:prSet/>
      <dgm:spPr/>
      <dgm:t>
        <a:bodyPr/>
        <a:lstStyle/>
        <a:p>
          <a:endParaRPr lang="en-US"/>
        </a:p>
      </dgm:t>
    </dgm:pt>
    <dgm:pt modelId="{44A89B29-7605-443E-9976-A7C7AE3D5A80}" type="sibTrans" cxnId="{649B0554-81E4-4144-9AA7-627C124E8CC1}">
      <dgm:prSet/>
      <dgm:spPr/>
      <dgm:t>
        <a:bodyPr/>
        <a:lstStyle/>
        <a:p>
          <a:endParaRPr lang="en-US"/>
        </a:p>
      </dgm:t>
    </dgm:pt>
    <dgm:pt modelId="{1486AED4-12A7-4D11-86A8-C9E13F6E768F}">
      <dgm:prSet/>
      <dgm:spPr/>
      <dgm:t>
        <a:bodyPr/>
        <a:lstStyle/>
        <a:p>
          <a:r>
            <a:rPr lang="en-US"/>
            <a:t>6. Full code repository</a:t>
          </a:r>
        </a:p>
      </dgm:t>
    </dgm:pt>
    <dgm:pt modelId="{42330D87-931A-476D-A1AD-375AA5A26B41}" type="parTrans" cxnId="{03821D07-171C-4D39-BF9D-8A1DB4F00F8B}">
      <dgm:prSet/>
      <dgm:spPr/>
      <dgm:t>
        <a:bodyPr/>
        <a:lstStyle/>
        <a:p>
          <a:endParaRPr lang="en-US"/>
        </a:p>
      </dgm:t>
    </dgm:pt>
    <dgm:pt modelId="{A6F2D6D9-DB0C-4AA3-AD4E-FC039D616F92}" type="sibTrans" cxnId="{03821D07-171C-4D39-BF9D-8A1DB4F00F8B}">
      <dgm:prSet/>
      <dgm:spPr/>
      <dgm:t>
        <a:bodyPr/>
        <a:lstStyle/>
        <a:p>
          <a:endParaRPr lang="en-US"/>
        </a:p>
      </dgm:t>
    </dgm:pt>
    <dgm:pt modelId="{8E20917D-FE60-4999-80FE-6D8F68E69EAD}">
      <dgm:prSet/>
      <dgm:spPr/>
      <dgm:t>
        <a:bodyPr/>
        <a:lstStyle/>
        <a:p>
          <a:r>
            <a:rPr lang="en-US"/>
            <a:t>7. Final write-up &amp; presentation</a:t>
          </a:r>
        </a:p>
      </dgm:t>
    </dgm:pt>
    <dgm:pt modelId="{D137B5BC-CE07-4696-9CBB-DC8D54F32B9B}" type="parTrans" cxnId="{3A5A3E8D-9708-4E00-9A78-DDCF5F403B58}">
      <dgm:prSet/>
      <dgm:spPr/>
      <dgm:t>
        <a:bodyPr/>
        <a:lstStyle/>
        <a:p>
          <a:endParaRPr lang="en-US"/>
        </a:p>
      </dgm:t>
    </dgm:pt>
    <dgm:pt modelId="{FBA9A776-E29B-4125-A479-A186805A53B8}" type="sibTrans" cxnId="{3A5A3E8D-9708-4E00-9A78-DDCF5F403B58}">
      <dgm:prSet/>
      <dgm:spPr/>
      <dgm:t>
        <a:bodyPr/>
        <a:lstStyle/>
        <a:p>
          <a:endParaRPr lang="en-US"/>
        </a:p>
      </dgm:t>
    </dgm:pt>
    <dgm:pt modelId="{B36D2760-9735-D348-915D-170F480CD03C}" type="pres">
      <dgm:prSet presAssocID="{F0167B74-3D6C-4382-BD41-B0144CED691E}" presName="diagram" presStyleCnt="0">
        <dgm:presLayoutVars>
          <dgm:dir/>
          <dgm:resizeHandles val="exact"/>
        </dgm:presLayoutVars>
      </dgm:prSet>
      <dgm:spPr/>
    </dgm:pt>
    <dgm:pt modelId="{AFD3E7A0-FC8E-114D-8A93-434601F0C55F}" type="pres">
      <dgm:prSet presAssocID="{56263185-B865-4C6B-A8E5-21FC81FF5D87}" presName="node" presStyleLbl="node1" presStyleIdx="0" presStyleCnt="7">
        <dgm:presLayoutVars>
          <dgm:bulletEnabled val="1"/>
        </dgm:presLayoutVars>
      </dgm:prSet>
      <dgm:spPr/>
    </dgm:pt>
    <dgm:pt modelId="{298DEC29-1710-0A48-B925-28CD3B9690E3}" type="pres">
      <dgm:prSet presAssocID="{ED79FC5D-A2DF-450D-AAF9-686064EC4AD4}" presName="sibTrans" presStyleCnt="0"/>
      <dgm:spPr/>
    </dgm:pt>
    <dgm:pt modelId="{AD475060-C42C-FC45-A028-1F40D30498C7}" type="pres">
      <dgm:prSet presAssocID="{8B0D5AD8-0AEC-4FBD-9567-19EEC864453F}" presName="node" presStyleLbl="node1" presStyleIdx="1" presStyleCnt="7">
        <dgm:presLayoutVars>
          <dgm:bulletEnabled val="1"/>
        </dgm:presLayoutVars>
      </dgm:prSet>
      <dgm:spPr/>
    </dgm:pt>
    <dgm:pt modelId="{DDE77E16-194C-6645-96B2-B662B70FDF26}" type="pres">
      <dgm:prSet presAssocID="{E5435524-C5CD-4EB8-97A6-44C429F39EBD}" presName="sibTrans" presStyleCnt="0"/>
      <dgm:spPr/>
    </dgm:pt>
    <dgm:pt modelId="{4F3296CB-0462-DA48-B8EA-07805B1140F0}" type="pres">
      <dgm:prSet presAssocID="{7D56AC67-826D-4009-8C17-A88A37701849}" presName="node" presStyleLbl="node1" presStyleIdx="2" presStyleCnt="7">
        <dgm:presLayoutVars>
          <dgm:bulletEnabled val="1"/>
        </dgm:presLayoutVars>
      </dgm:prSet>
      <dgm:spPr/>
    </dgm:pt>
    <dgm:pt modelId="{AAD3C471-11D4-6F4F-8192-0F076CC7CC5C}" type="pres">
      <dgm:prSet presAssocID="{BF365358-7C0D-4E99-BC23-5A7A68A03180}" presName="sibTrans" presStyleCnt="0"/>
      <dgm:spPr/>
    </dgm:pt>
    <dgm:pt modelId="{02B34E70-9339-3E4E-BD5A-B41B3897E2D2}" type="pres">
      <dgm:prSet presAssocID="{625AB402-937F-4AC1-8F18-174EB4619DD6}" presName="node" presStyleLbl="node1" presStyleIdx="3" presStyleCnt="7">
        <dgm:presLayoutVars>
          <dgm:bulletEnabled val="1"/>
        </dgm:presLayoutVars>
      </dgm:prSet>
      <dgm:spPr/>
    </dgm:pt>
    <dgm:pt modelId="{018B8BE7-4B34-7A46-9F62-340BA1B80DB4}" type="pres">
      <dgm:prSet presAssocID="{84BD5933-B76C-43D3-A50C-EDE2DF351950}" presName="sibTrans" presStyleCnt="0"/>
      <dgm:spPr/>
    </dgm:pt>
    <dgm:pt modelId="{4B05DB4C-F8A0-6243-A67A-1A54664AE9FD}" type="pres">
      <dgm:prSet presAssocID="{2908B465-A4EE-47B9-90BB-997562A74140}" presName="node" presStyleLbl="node1" presStyleIdx="4" presStyleCnt="7">
        <dgm:presLayoutVars>
          <dgm:bulletEnabled val="1"/>
        </dgm:presLayoutVars>
      </dgm:prSet>
      <dgm:spPr/>
    </dgm:pt>
    <dgm:pt modelId="{EB26C9C5-6614-3E4D-A6CD-1474301FCD5C}" type="pres">
      <dgm:prSet presAssocID="{44A89B29-7605-443E-9976-A7C7AE3D5A80}" presName="sibTrans" presStyleCnt="0"/>
      <dgm:spPr/>
    </dgm:pt>
    <dgm:pt modelId="{711D5F9B-68A1-0A42-8009-EFC8F160A88E}" type="pres">
      <dgm:prSet presAssocID="{1486AED4-12A7-4D11-86A8-C9E13F6E768F}" presName="node" presStyleLbl="node1" presStyleIdx="5" presStyleCnt="7">
        <dgm:presLayoutVars>
          <dgm:bulletEnabled val="1"/>
        </dgm:presLayoutVars>
      </dgm:prSet>
      <dgm:spPr/>
    </dgm:pt>
    <dgm:pt modelId="{5EC88319-32AF-D44D-87FD-E2FC91B71247}" type="pres">
      <dgm:prSet presAssocID="{A6F2D6D9-DB0C-4AA3-AD4E-FC039D616F92}" presName="sibTrans" presStyleCnt="0"/>
      <dgm:spPr/>
    </dgm:pt>
    <dgm:pt modelId="{C32DDDB2-1709-E34B-B41A-91579C1FA60F}" type="pres">
      <dgm:prSet presAssocID="{8E20917D-FE60-4999-80FE-6D8F68E69EAD}" presName="node" presStyleLbl="node1" presStyleIdx="6" presStyleCnt="7">
        <dgm:presLayoutVars>
          <dgm:bulletEnabled val="1"/>
        </dgm:presLayoutVars>
      </dgm:prSet>
      <dgm:spPr/>
    </dgm:pt>
  </dgm:ptLst>
  <dgm:cxnLst>
    <dgm:cxn modelId="{03821D07-171C-4D39-BF9D-8A1DB4F00F8B}" srcId="{F0167B74-3D6C-4382-BD41-B0144CED691E}" destId="{1486AED4-12A7-4D11-86A8-C9E13F6E768F}" srcOrd="5" destOrd="0" parTransId="{42330D87-931A-476D-A1AD-375AA5A26B41}" sibTransId="{A6F2D6D9-DB0C-4AA3-AD4E-FC039D616F92}"/>
    <dgm:cxn modelId="{19AB012D-060D-6A4A-8008-356881C980DF}" type="presOf" srcId="{625AB402-937F-4AC1-8F18-174EB4619DD6}" destId="{02B34E70-9339-3E4E-BD5A-B41B3897E2D2}" srcOrd="0" destOrd="0" presId="urn:microsoft.com/office/officeart/2005/8/layout/default"/>
    <dgm:cxn modelId="{F7CB8E46-B251-8D45-A086-119FAB41E37F}" type="presOf" srcId="{2908B465-A4EE-47B9-90BB-997562A74140}" destId="{4B05DB4C-F8A0-6243-A67A-1A54664AE9FD}" srcOrd="0" destOrd="0" presId="urn:microsoft.com/office/officeart/2005/8/layout/default"/>
    <dgm:cxn modelId="{5ADAA94C-475D-E641-BD4D-66EFEC90C370}" type="presOf" srcId="{56263185-B865-4C6B-A8E5-21FC81FF5D87}" destId="{AFD3E7A0-FC8E-114D-8A93-434601F0C55F}" srcOrd="0" destOrd="0" presId="urn:microsoft.com/office/officeart/2005/8/layout/default"/>
    <dgm:cxn modelId="{6EFAE852-A266-CB4B-B4FD-E8125A37F2BF}" type="presOf" srcId="{1486AED4-12A7-4D11-86A8-C9E13F6E768F}" destId="{711D5F9B-68A1-0A42-8009-EFC8F160A88E}" srcOrd="0" destOrd="0" presId="urn:microsoft.com/office/officeart/2005/8/layout/default"/>
    <dgm:cxn modelId="{649B0554-81E4-4144-9AA7-627C124E8CC1}" srcId="{F0167B74-3D6C-4382-BD41-B0144CED691E}" destId="{2908B465-A4EE-47B9-90BB-997562A74140}" srcOrd="4" destOrd="0" parTransId="{240B40D0-C61E-40CE-9D01-5AFB0733CCBC}" sibTransId="{44A89B29-7605-443E-9976-A7C7AE3D5A80}"/>
    <dgm:cxn modelId="{EC84C55E-2007-47DE-AD91-0CF40FE98705}" srcId="{F0167B74-3D6C-4382-BD41-B0144CED691E}" destId="{625AB402-937F-4AC1-8F18-174EB4619DD6}" srcOrd="3" destOrd="0" parTransId="{1B1B8E3E-11DA-4A46-AA86-FA69B05475F3}" sibTransId="{84BD5933-B76C-43D3-A50C-EDE2DF351950}"/>
    <dgm:cxn modelId="{8648408A-2E40-3243-92D7-096628C41505}" type="presOf" srcId="{7D56AC67-826D-4009-8C17-A88A37701849}" destId="{4F3296CB-0462-DA48-B8EA-07805B1140F0}" srcOrd="0" destOrd="0" presId="urn:microsoft.com/office/officeart/2005/8/layout/default"/>
    <dgm:cxn modelId="{3A5A3E8D-9708-4E00-9A78-DDCF5F403B58}" srcId="{F0167B74-3D6C-4382-BD41-B0144CED691E}" destId="{8E20917D-FE60-4999-80FE-6D8F68E69EAD}" srcOrd="6" destOrd="0" parTransId="{D137B5BC-CE07-4696-9CBB-DC8D54F32B9B}" sibTransId="{FBA9A776-E29B-4125-A479-A186805A53B8}"/>
    <dgm:cxn modelId="{D62F0397-61B6-AF40-A978-757877F7F49E}" type="presOf" srcId="{8E20917D-FE60-4999-80FE-6D8F68E69EAD}" destId="{C32DDDB2-1709-E34B-B41A-91579C1FA60F}" srcOrd="0" destOrd="0" presId="urn:microsoft.com/office/officeart/2005/8/layout/default"/>
    <dgm:cxn modelId="{A08BF497-9DFE-426A-BD47-2AAA1B4BFA64}" srcId="{F0167B74-3D6C-4382-BD41-B0144CED691E}" destId="{8B0D5AD8-0AEC-4FBD-9567-19EEC864453F}" srcOrd="1" destOrd="0" parTransId="{600AC08E-BBB4-4D1A-8DD1-0643661968B2}" sibTransId="{E5435524-C5CD-4EB8-97A6-44C429F39EBD}"/>
    <dgm:cxn modelId="{323893B0-00AA-47C8-B058-4F809561DCEA}" srcId="{F0167B74-3D6C-4382-BD41-B0144CED691E}" destId="{7D56AC67-826D-4009-8C17-A88A37701849}" srcOrd="2" destOrd="0" parTransId="{5974E5A2-E750-4314-8B8D-D1858A802A60}" sibTransId="{BF365358-7C0D-4E99-BC23-5A7A68A03180}"/>
    <dgm:cxn modelId="{02027FB9-C048-C542-8648-9217C178C90D}" type="presOf" srcId="{8B0D5AD8-0AEC-4FBD-9567-19EEC864453F}" destId="{AD475060-C42C-FC45-A028-1F40D30498C7}" srcOrd="0" destOrd="0" presId="urn:microsoft.com/office/officeart/2005/8/layout/default"/>
    <dgm:cxn modelId="{19759ECB-2573-4D70-A9ED-FA71876C5689}" srcId="{F0167B74-3D6C-4382-BD41-B0144CED691E}" destId="{56263185-B865-4C6B-A8E5-21FC81FF5D87}" srcOrd="0" destOrd="0" parTransId="{6B777281-4289-4DB9-A735-C263C6A8D648}" sibTransId="{ED79FC5D-A2DF-450D-AAF9-686064EC4AD4}"/>
    <dgm:cxn modelId="{5C24E9DB-8AD9-DD4F-819E-C577BE1DCB8B}" type="presOf" srcId="{F0167B74-3D6C-4382-BD41-B0144CED691E}" destId="{B36D2760-9735-D348-915D-170F480CD03C}" srcOrd="0" destOrd="0" presId="urn:microsoft.com/office/officeart/2005/8/layout/default"/>
    <dgm:cxn modelId="{B931784E-28A2-9C44-8A3B-4994B4123681}" type="presParOf" srcId="{B36D2760-9735-D348-915D-170F480CD03C}" destId="{AFD3E7A0-FC8E-114D-8A93-434601F0C55F}" srcOrd="0" destOrd="0" presId="urn:microsoft.com/office/officeart/2005/8/layout/default"/>
    <dgm:cxn modelId="{EDDA32A7-C0AA-644B-8C33-18375D81CA13}" type="presParOf" srcId="{B36D2760-9735-D348-915D-170F480CD03C}" destId="{298DEC29-1710-0A48-B925-28CD3B9690E3}" srcOrd="1" destOrd="0" presId="urn:microsoft.com/office/officeart/2005/8/layout/default"/>
    <dgm:cxn modelId="{AF7E2FAD-54A5-FE4E-8BAF-653A17855B26}" type="presParOf" srcId="{B36D2760-9735-D348-915D-170F480CD03C}" destId="{AD475060-C42C-FC45-A028-1F40D30498C7}" srcOrd="2" destOrd="0" presId="urn:microsoft.com/office/officeart/2005/8/layout/default"/>
    <dgm:cxn modelId="{E21AD284-A14C-164A-8636-B772A0974533}" type="presParOf" srcId="{B36D2760-9735-D348-915D-170F480CD03C}" destId="{DDE77E16-194C-6645-96B2-B662B70FDF26}" srcOrd="3" destOrd="0" presId="urn:microsoft.com/office/officeart/2005/8/layout/default"/>
    <dgm:cxn modelId="{189A54CD-3CBD-3F47-9C59-9197D2B6A757}" type="presParOf" srcId="{B36D2760-9735-D348-915D-170F480CD03C}" destId="{4F3296CB-0462-DA48-B8EA-07805B1140F0}" srcOrd="4" destOrd="0" presId="urn:microsoft.com/office/officeart/2005/8/layout/default"/>
    <dgm:cxn modelId="{EBF39C2C-19BF-704A-84AE-64CAF323B7A6}" type="presParOf" srcId="{B36D2760-9735-D348-915D-170F480CD03C}" destId="{AAD3C471-11D4-6F4F-8192-0F076CC7CC5C}" srcOrd="5" destOrd="0" presId="urn:microsoft.com/office/officeart/2005/8/layout/default"/>
    <dgm:cxn modelId="{93AA7B41-B5D5-2144-938A-86D5D5AE6C45}" type="presParOf" srcId="{B36D2760-9735-D348-915D-170F480CD03C}" destId="{02B34E70-9339-3E4E-BD5A-B41B3897E2D2}" srcOrd="6" destOrd="0" presId="urn:microsoft.com/office/officeart/2005/8/layout/default"/>
    <dgm:cxn modelId="{1B2E6613-E653-7F49-9F8A-426B0F475865}" type="presParOf" srcId="{B36D2760-9735-D348-915D-170F480CD03C}" destId="{018B8BE7-4B34-7A46-9F62-340BA1B80DB4}" srcOrd="7" destOrd="0" presId="urn:microsoft.com/office/officeart/2005/8/layout/default"/>
    <dgm:cxn modelId="{AA08EC3B-0A76-E943-93F9-C27F046CC10E}" type="presParOf" srcId="{B36D2760-9735-D348-915D-170F480CD03C}" destId="{4B05DB4C-F8A0-6243-A67A-1A54664AE9FD}" srcOrd="8" destOrd="0" presId="urn:microsoft.com/office/officeart/2005/8/layout/default"/>
    <dgm:cxn modelId="{28699989-DABE-F041-810A-CF118A2EC1A3}" type="presParOf" srcId="{B36D2760-9735-D348-915D-170F480CD03C}" destId="{EB26C9C5-6614-3E4D-A6CD-1474301FCD5C}" srcOrd="9" destOrd="0" presId="urn:microsoft.com/office/officeart/2005/8/layout/default"/>
    <dgm:cxn modelId="{8EF6CC7A-2F79-234A-9DB5-B4EA239325A8}" type="presParOf" srcId="{B36D2760-9735-D348-915D-170F480CD03C}" destId="{711D5F9B-68A1-0A42-8009-EFC8F160A88E}" srcOrd="10" destOrd="0" presId="urn:microsoft.com/office/officeart/2005/8/layout/default"/>
    <dgm:cxn modelId="{5837BDC8-570C-E045-AF7B-4DD89B5ACDD6}" type="presParOf" srcId="{B36D2760-9735-D348-915D-170F480CD03C}" destId="{5EC88319-32AF-D44D-87FD-E2FC91B71247}" srcOrd="11" destOrd="0" presId="urn:microsoft.com/office/officeart/2005/8/layout/default"/>
    <dgm:cxn modelId="{F0FEE1BD-0F3B-5547-9922-52705105F8CB}" type="presParOf" srcId="{B36D2760-9735-D348-915D-170F480CD03C}" destId="{C32DDDB2-1709-E34B-B41A-91579C1FA60F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0C2A215-CB0D-4813-B8D2-AF7512AAA4D8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8DA28A9-C0A8-4DC8-9C98-F99D42F26660}">
      <dgm:prSet/>
      <dgm:spPr/>
      <dgm:t>
        <a:bodyPr/>
        <a:lstStyle/>
        <a:p>
          <a:r>
            <a:rPr lang="en-US"/>
            <a:t>• Safety: Avoid high-risk storm zones.</a:t>
          </a:r>
        </a:p>
      </dgm:t>
    </dgm:pt>
    <dgm:pt modelId="{8D4ECF92-EC07-4524-B4C1-F43B8FB2E970}" type="parTrans" cxnId="{865A1BED-587A-4D39-BC08-288E182B082D}">
      <dgm:prSet/>
      <dgm:spPr/>
      <dgm:t>
        <a:bodyPr/>
        <a:lstStyle/>
        <a:p>
          <a:endParaRPr lang="en-US"/>
        </a:p>
      </dgm:t>
    </dgm:pt>
    <dgm:pt modelId="{4E7CE3D3-3783-4E49-862E-721A1C2CF87F}" type="sibTrans" cxnId="{865A1BED-587A-4D39-BC08-288E182B082D}">
      <dgm:prSet/>
      <dgm:spPr/>
      <dgm:t>
        <a:bodyPr/>
        <a:lstStyle/>
        <a:p>
          <a:endParaRPr lang="en-US"/>
        </a:p>
      </dgm:t>
    </dgm:pt>
    <dgm:pt modelId="{CAAEB207-35EA-4BC5-A232-F14D70B23FA5}">
      <dgm:prSet/>
      <dgm:spPr/>
      <dgm:t>
        <a:bodyPr/>
        <a:lstStyle/>
        <a:p>
          <a:r>
            <a:rPr lang="en-US"/>
            <a:t>• Optimality: Cost &amp; distance comparison.</a:t>
          </a:r>
        </a:p>
      </dgm:t>
    </dgm:pt>
    <dgm:pt modelId="{6EDC6CE3-1219-4F03-A051-9E84CDC3C054}" type="parTrans" cxnId="{5CD66EBC-6E05-4674-A99E-18481053E65B}">
      <dgm:prSet/>
      <dgm:spPr/>
      <dgm:t>
        <a:bodyPr/>
        <a:lstStyle/>
        <a:p>
          <a:endParaRPr lang="en-US"/>
        </a:p>
      </dgm:t>
    </dgm:pt>
    <dgm:pt modelId="{6359A8E1-D9B5-4BEC-94E8-23853EC883B7}" type="sibTrans" cxnId="{5CD66EBC-6E05-4674-A99E-18481053E65B}">
      <dgm:prSet/>
      <dgm:spPr/>
      <dgm:t>
        <a:bodyPr/>
        <a:lstStyle/>
        <a:p>
          <a:endParaRPr lang="en-US"/>
        </a:p>
      </dgm:t>
    </dgm:pt>
    <dgm:pt modelId="{7B1669D6-D47E-46EE-950A-3110050C301F}">
      <dgm:prSet/>
      <dgm:spPr/>
      <dgm:t>
        <a:bodyPr/>
        <a:lstStyle/>
        <a:p>
          <a:r>
            <a:rPr lang="en-US"/>
            <a:t>• Heuristic quality (A*).</a:t>
          </a:r>
        </a:p>
      </dgm:t>
    </dgm:pt>
    <dgm:pt modelId="{7B346664-7A24-4F48-BB25-6FE70B79C765}" type="parTrans" cxnId="{1C478C8C-218B-4615-9480-5853966ECCEA}">
      <dgm:prSet/>
      <dgm:spPr/>
      <dgm:t>
        <a:bodyPr/>
        <a:lstStyle/>
        <a:p>
          <a:endParaRPr lang="en-US"/>
        </a:p>
      </dgm:t>
    </dgm:pt>
    <dgm:pt modelId="{4D92D75A-3DEF-45F2-818B-73CD6CF0E94A}" type="sibTrans" cxnId="{1C478C8C-218B-4615-9480-5853966ECCEA}">
      <dgm:prSet/>
      <dgm:spPr/>
      <dgm:t>
        <a:bodyPr/>
        <a:lstStyle/>
        <a:p>
          <a:endParaRPr lang="en-US"/>
        </a:p>
      </dgm:t>
    </dgm:pt>
    <dgm:pt modelId="{100C6A8E-4652-4C49-8DA8-497C87328C30}">
      <dgm:prSet/>
      <dgm:spPr/>
      <dgm:t>
        <a:bodyPr/>
        <a:lstStyle/>
        <a:p>
          <a:r>
            <a:rPr lang="en-US"/>
            <a:t>• Runtime performance.</a:t>
          </a:r>
        </a:p>
      </dgm:t>
    </dgm:pt>
    <dgm:pt modelId="{19E77BC1-5BB5-4077-ABFE-0472E72C4C63}" type="parTrans" cxnId="{6B4E0B77-7FD3-458F-AFBF-9B550D253028}">
      <dgm:prSet/>
      <dgm:spPr/>
      <dgm:t>
        <a:bodyPr/>
        <a:lstStyle/>
        <a:p>
          <a:endParaRPr lang="en-US"/>
        </a:p>
      </dgm:t>
    </dgm:pt>
    <dgm:pt modelId="{8BD0A42E-C7B7-4598-AAC1-126E895819A0}" type="sibTrans" cxnId="{6B4E0B77-7FD3-458F-AFBF-9B550D253028}">
      <dgm:prSet/>
      <dgm:spPr/>
      <dgm:t>
        <a:bodyPr/>
        <a:lstStyle/>
        <a:p>
          <a:endParaRPr lang="en-US"/>
        </a:p>
      </dgm:t>
    </dgm:pt>
    <dgm:pt modelId="{238D3250-040C-4AA9-9B90-4AC923583E6A}">
      <dgm:prSet/>
      <dgm:spPr/>
      <dgm:t>
        <a:bodyPr/>
        <a:lstStyle/>
        <a:p>
          <a:r>
            <a:rPr lang="en-US"/>
            <a:t>• Visualization accuracy.</a:t>
          </a:r>
        </a:p>
      </dgm:t>
    </dgm:pt>
    <dgm:pt modelId="{E0EE7A0A-5685-4876-942A-C29E75F43D91}" type="parTrans" cxnId="{9F023EA4-11ED-44E2-8FF7-FF37E046E3D0}">
      <dgm:prSet/>
      <dgm:spPr/>
      <dgm:t>
        <a:bodyPr/>
        <a:lstStyle/>
        <a:p>
          <a:endParaRPr lang="en-US"/>
        </a:p>
      </dgm:t>
    </dgm:pt>
    <dgm:pt modelId="{09A624A8-9849-4B4D-88A9-031B50CCC949}" type="sibTrans" cxnId="{9F023EA4-11ED-44E2-8FF7-FF37E046E3D0}">
      <dgm:prSet/>
      <dgm:spPr/>
      <dgm:t>
        <a:bodyPr/>
        <a:lstStyle/>
        <a:p>
          <a:endParaRPr lang="en-US"/>
        </a:p>
      </dgm:t>
    </dgm:pt>
    <dgm:pt modelId="{17A020FE-26FF-42A3-9356-9286DEF11703}">
      <dgm:prSet/>
      <dgm:spPr/>
      <dgm:t>
        <a:bodyPr/>
        <a:lstStyle/>
        <a:p>
          <a:r>
            <a:rPr lang="en-US"/>
            <a:t>• Objective completion.</a:t>
          </a:r>
        </a:p>
      </dgm:t>
    </dgm:pt>
    <dgm:pt modelId="{143A51F5-2AE5-4552-B8B5-4DEDF33785CC}" type="parTrans" cxnId="{6012E908-CA4B-4621-8E26-31F25D29951C}">
      <dgm:prSet/>
      <dgm:spPr/>
      <dgm:t>
        <a:bodyPr/>
        <a:lstStyle/>
        <a:p>
          <a:endParaRPr lang="en-US"/>
        </a:p>
      </dgm:t>
    </dgm:pt>
    <dgm:pt modelId="{1C64369A-AC25-4C67-9FE6-A3FBC91F431B}" type="sibTrans" cxnId="{6012E908-CA4B-4621-8E26-31F25D29951C}">
      <dgm:prSet/>
      <dgm:spPr/>
      <dgm:t>
        <a:bodyPr/>
        <a:lstStyle/>
        <a:p>
          <a:endParaRPr lang="en-US"/>
        </a:p>
      </dgm:t>
    </dgm:pt>
    <dgm:pt modelId="{2E5C672D-E976-DB41-A46F-7BE8796796CB}" type="pres">
      <dgm:prSet presAssocID="{50C2A215-CB0D-4813-B8D2-AF7512AAA4D8}" presName="vert0" presStyleCnt="0">
        <dgm:presLayoutVars>
          <dgm:dir/>
          <dgm:animOne val="branch"/>
          <dgm:animLvl val="lvl"/>
        </dgm:presLayoutVars>
      </dgm:prSet>
      <dgm:spPr/>
    </dgm:pt>
    <dgm:pt modelId="{DBDA608B-EE09-D44C-AF7C-B90C400CF30F}" type="pres">
      <dgm:prSet presAssocID="{18DA28A9-C0A8-4DC8-9C98-F99D42F26660}" presName="thickLine" presStyleLbl="alignNode1" presStyleIdx="0" presStyleCnt="6"/>
      <dgm:spPr/>
    </dgm:pt>
    <dgm:pt modelId="{A071E8FC-907B-5D43-AE60-11F62B8668AC}" type="pres">
      <dgm:prSet presAssocID="{18DA28A9-C0A8-4DC8-9C98-F99D42F26660}" presName="horz1" presStyleCnt="0"/>
      <dgm:spPr/>
    </dgm:pt>
    <dgm:pt modelId="{D7A2CD36-108C-DD4D-84BA-00F0CEE6DF10}" type="pres">
      <dgm:prSet presAssocID="{18DA28A9-C0A8-4DC8-9C98-F99D42F26660}" presName="tx1" presStyleLbl="revTx" presStyleIdx="0" presStyleCnt="6"/>
      <dgm:spPr/>
    </dgm:pt>
    <dgm:pt modelId="{9A5D5B33-03B4-F54A-8BBE-974D0BB2F956}" type="pres">
      <dgm:prSet presAssocID="{18DA28A9-C0A8-4DC8-9C98-F99D42F26660}" presName="vert1" presStyleCnt="0"/>
      <dgm:spPr/>
    </dgm:pt>
    <dgm:pt modelId="{06BDD2F6-9943-CF49-BC2D-E449F0613B63}" type="pres">
      <dgm:prSet presAssocID="{CAAEB207-35EA-4BC5-A232-F14D70B23FA5}" presName="thickLine" presStyleLbl="alignNode1" presStyleIdx="1" presStyleCnt="6"/>
      <dgm:spPr/>
    </dgm:pt>
    <dgm:pt modelId="{5EE7B896-62CB-F84E-A355-8607BF8C282E}" type="pres">
      <dgm:prSet presAssocID="{CAAEB207-35EA-4BC5-A232-F14D70B23FA5}" presName="horz1" presStyleCnt="0"/>
      <dgm:spPr/>
    </dgm:pt>
    <dgm:pt modelId="{93BD2F25-4421-5647-9EDF-95E92FACCFB7}" type="pres">
      <dgm:prSet presAssocID="{CAAEB207-35EA-4BC5-A232-F14D70B23FA5}" presName="tx1" presStyleLbl="revTx" presStyleIdx="1" presStyleCnt="6"/>
      <dgm:spPr/>
    </dgm:pt>
    <dgm:pt modelId="{26998E7F-FE97-5043-B658-7C96A0E0B0B0}" type="pres">
      <dgm:prSet presAssocID="{CAAEB207-35EA-4BC5-A232-F14D70B23FA5}" presName="vert1" presStyleCnt="0"/>
      <dgm:spPr/>
    </dgm:pt>
    <dgm:pt modelId="{43BA6F0B-F3D7-2B45-B910-52FD804545C9}" type="pres">
      <dgm:prSet presAssocID="{7B1669D6-D47E-46EE-950A-3110050C301F}" presName="thickLine" presStyleLbl="alignNode1" presStyleIdx="2" presStyleCnt="6"/>
      <dgm:spPr/>
    </dgm:pt>
    <dgm:pt modelId="{3634F9F2-2C7E-A740-8E42-A0EC751E40CF}" type="pres">
      <dgm:prSet presAssocID="{7B1669D6-D47E-46EE-950A-3110050C301F}" presName="horz1" presStyleCnt="0"/>
      <dgm:spPr/>
    </dgm:pt>
    <dgm:pt modelId="{7380B012-D14D-1E4C-91B9-FF057341F6EA}" type="pres">
      <dgm:prSet presAssocID="{7B1669D6-D47E-46EE-950A-3110050C301F}" presName="tx1" presStyleLbl="revTx" presStyleIdx="2" presStyleCnt="6"/>
      <dgm:spPr/>
    </dgm:pt>
    <dgm:pt modelId="{E7A30933-D663-6C42-A266-E19B318FA616}" type="pres">
      <dgm:prSet presAssocID="{7B1669D6-D47E-46EE-950A-3110050C301F}" presName="vert1" presStyleCnt="0"/>
      <dgm:spPr/>
    </dgm:pt>
    <dgm:pt modelId="{17021175-96EF-5A44-84C5-EB6B7130D78F}" type="pres">
      <dgm:prSet presAssocID="{100C6A8E-4652-4C49-8DA8-497C87328C30}" presName="thickLine" presStyleLbl="alignNode1" presStyleIdx="3" presStyleCnt="6"/>
      <dgm:spPr/>
    </dgm:pt>
    <dgm:pt modelId="{67522CD2-F43F-8143-944C-7DB8C457B8BD}" type="pres">
      <dgm:prSet presAssocID="{100C6A8E-4652-4C49-8DA8-497C87328C30}" presName="horz1" presStyleCnt="0"/>
      <dgm:spPr/>
    </dgm:pt>
    <dgm:pt modelId="{A23F92CF-C123-EC4A-83B5-FED8CCCB16CD}" type="pres">
      <dgm:prSet presAssocID="{100C6A8E-4652-4C49-8DA8-497C87328C30}" presName="tx1" presStyleLbl="revTx" presStyleIdx="3" presStyleCnt="6"/>
      <dgm:spPr/>
    </dgm:pt>
    <dgm:pt modelId="{7AF9530E-5819-3346-BC1A-C27D70BB035D}" type="pres">
      <dgm:prSet presAssocID="{100C6A8E-4652-4C49-8DA8-497C87328C30}" presName="vert1" presStyleCnt="0"/>
      <dgm:spPr/>
    </dgm:pt>
    <dgm:pt modelId="{A019C3A7-8B10-4145-A3C5-CA32C7FB8837}" type="pres">
      <dgm:prSet presAssocID="{238D3250-040C-4AA9-9B90-4AC923583E6A}" presName="thickLine" presStyleLbl="alignNode1" presStyleIdx="4" presStyleCnt="6"/>
      <dgm:spPr/>
    </dgm:pt>
    <dgm:pt modelId="{E92D9843-F6B1-504F-97C7-9F07249C2F4D}" type="pres">
      <dgm:prSet presAssocID="{238D3250-040C-4AA9-9B90-4AC923583E6A}" presName="horz1" presStyleCnt="0"/>
      <dgm:spPr/>
    </dgm:pt>
    <dgm:pt modelId="{B36C9C84-2777-034A-AA7C-B1807F94A597}" type="pres">
      <dgm:prSet presAssocID="{238D3250-040C-4AA9-9B90-4AC923583E6A}" presName="tx1" presStyleLbl="revTx" presStyleIdx="4" presStyleCnt="6"/>
      <dgm:spPr/>
    </dgm:pt>
    <dgm:pt modelId="{163C8767-7C82-4D44-B009-F8AF63D4B650}" type="pres">
      <dgm:prSet presAssocID="{238D3250-040C-4AA9-9B90-4AC923583E6A}" presName="vert1" presStyleCnt="0"/>
      <dgm:spPr/>
    </dgm:pt>
    <dgm:pt modelId="{B5B66BBD-B2C7-1C44-9407-162603969D5C}" type="pres">
      <dgm:prSet presAssocID="{17A020FE-26FF-42A3-9356-9286DEF11703}" presName="thickLine" presStyleLbl="alignNode1" presStyleIdx="5" presStyleCnt="6"/>
      <dgm:spPr/>
    </dgm:pt>
    <dgm:pt modelId="{F432CA3D-6DB7-274F-BD65-53CE020D3ECA}" type="pres">
      <dgm:prSet presAssocID="{17A020FE-26FF-42A3-9356-9286DEF11703}" presName="horz1" presStyleCnt="0"/>
      <dgm:spPr/>
    </dgm:pt>
    <dgm:pt modelId="{4C3C82FF-C501-DB4E-AFBD-E9E0C24F24E0}" type="pres">
      <dgm:prSet presAssocID="{17A020FE-26FF-42A3-9356-9286DEF11703}" presName="tx1" presStyleLbl="revTx" presStyleIdx="5" presStyleCnt="6"/>
      <dgm:spPr/>
    </dgm:pt>
    <dgm:pt modelId="{C9CA83E3-D43A-AC45-8473-D39DCF535F08}" type="pres">
      <dgm:prSet presAssocID="{17A020FE-26FF-42A3-9356-9286DEF11703}" presName="vert1" presStyleCnt="0"/>
      <dgm:spPr/>
    </dgm:pt>
  </dgm:ptLst>
  <dgm:cxnLst>
    <dgm:cxn modelId="{6012E908-CA4B-4621-8E26-31F25D29951C}" srcId="{50C2A215-CB0D-4813-B8D2-AF7512AAA4D8}" destId="{17A020FE-26FF-42A3-9356-9286DEF11703}" srcOrd="5" destOrd="0" parTransId="{143A51F5-2AE5-4552-B8B5-4DEDF33785CC}" sibTransId="{1C64369A-AC25-4C67-9FE6-A3FBC91F431B}"/>
    <dgm:cxn modelId="{97CC8D6B-D3A7-304E-96C1-E8A301D424EE}" type="presOf" srcId="{238D3250-040C-4AA9-9B90-4AC923583E6A}" destId="{B36C9C84-2777-034A-AA7C-B1807F94A597}" srcOrd="0" destOrd="0" presId="urn:microsoft.com/office/officeart/2008/layout/LinedList"/>
    <dgm:cxn modelId="{6B4E0B77-7FD3-458F-AFBF-9B550D253028}" srcId="{50C2A215-CB0D-4813-B8D2-AF7512AAA4D8}" destId="{100C6A8E-4652-4C49-8DA8-497C87328C30}" srcOrd="3" destOrd="0" parTransId="{19E77BC1-5BB5-4077-ABFE-0472E72C4C63}" sibTransId="{8BD0A42E-C7B7-4598-AAC1-126E895819A0}"/>
    <dgm:cxn modelId="{9D5CE986-809F-2945-9570-F47342267453}" type="presOf" srcId="{7B1669D6-D47E-46EE-950A-3110050C301F}" destId="{7380B012-D14D-1E4C-91B9-FF057341F6EA}" srcOrd="0" destOrd="0" presId="urn:microsoft.com/office/officeart/2008/layout/LinedList"/>
    <dgm:cxn modelId="{3B3FCE89-402A-D247-A125-D753695205E0}" type="presOf" srcId="{17A020FE-26FF-42A3-9356-9286DEF11703}" destId="{4C3C82FF-C501-DB4E-AFBD-E9E0C24F24E0}" srcOrd="0" destOrd="0" presId="urn:microsoft.com/office/officeart/2008/layout/LinedList"/>
    <dgm:cxn modelId="{1C478C8C-218B-4615-9480-5853966ECCEA}" srcId="{50C2A215-CB0D-4813-B8D2-AF7512AAA4D8}" destId="{7B1669D6-D47E-46EE-950A-3110050C301F}" srcOrd="2" destOrd="0" parTransId="{7B346664-7A24-4F48-BB25-6FE70B79C765}" sibTransId="{4D92D75A-3DEF-45F2-818B-73CD6CF0E94A}"/>
    <dgm:cxn modelId="{9F023EA4-11ED-44E2-8FF7-FF37E046E3D0}" srcId="{50C2A215-CB0D-4813-B8D2-AF7512AAA4D8}" destId="{238D3250-040C-4AA9-9B90-4AC923583E6A}" srcOrd="4" destOrd="0" parTransId="{E0EE7A0A-5685-4876-942A-C29E75F43D91}" sibTransId="{09A624A8-9849-4B4D-88A9-031B50CCC949}"/>
    <dgm:cxn modelId="{301A9BA8-FB6A-4346-A3E6-D30DD214EEBB}" type="presOf" srcId="{18DA28A9-C0A8-4DC8-9C98-F99D42F26660}" destId="{D7A2CD36-108C-DD4D-84BA-00F0CEE6DF10}" srcOrd="0" destOrd="0" presId="urn:microsoft.com/office/officeart/2008/layout/LinedList"/>
    <dgm:cxn modelId="{A69DA9AE-55D6-E24C-9D9D-EEC8C4024A5A}" type="presOf" srcId="{CAAEB207-35EA-4BC5-A232-F14D70B23FA5}" destId="{93BD2F25-4421-5647-9EDF-95E92FACCFB7}" srcOrd="0" destOrd="0" presId="urn:microsoft.com/office/officeart/2008/layout/LinedList"/>
    <dgm:cxn modelId="{5CD66EBC-6E05-4674-A99E-18481053E65B}" srcId="{50C2A215-CB0D-4813-B8D2-AF7512AAA4D8}" destId="{CAAEB207-35EA-4BC5-A232-F14D70B23FA5}" srcOrd="1" destOrd="0" parTransId="{6EDC6CE3-1219-4F03-A051-9E84CDC3C054}" sibTransId="{6359A8E1-D9B5-4BEC-94E8-23853EC883B7}"/>
    <dgm:cxn modelId="{7AE516E0-7A61-0F4C-867A-398121596A10}" type="presOf" srcId="{100C6A8E-4652-4C49-8DA8-497C87328C30}" destId="{A23F92CF-C123-EC4A-83B5-FED8CCCB16CD}" srcOrd="0" destOrd="0" presId="urn:microsoft.com/office/officeart/2008/layout/LinedList"/>
    <dgm:cxn modelId="{B90B8BE0-4B3F-AE41-AC02-665074A13742}" type="presOf" srcId="{50C2A215-CB0D-4813-B8D2-AF7512AAA4D8}" destId="{2E5C672D-E976-DB41-A46F-7BE8796796CB}" srcOrd="0" destOrd="0" presId="urn:microsoft.com/office/officeart/2008/layout/LinedList"/>
    <dgm:cxn modelId="{865A1BED-587A-4D39-BC08-288E182B082D}" srcId="{50C2A215-CB0D-4813-B8D2-AF7512AAA4D8}" destId="{18DA28A9-C0A8-4DC8-9C98-F99D42F26660}" srcOrd="0" destOrd="0" parTransId="{8D4ECF92-EC07-4524-B4C1-F43B8FB2E970}" sibTransId="{4E7CE3D3-3783-4E49-862E-721A1C2CF87F}"/>
    <dgm:cxn modelId="{A930F07F-EA19-7548-A756-B5D1A383D9DA}" type="presParOf" srcId="{2E5C672D-E976-DB41-A46F-7BE8796796CB}" destId="{DBDA608B-EE09-D44C-AF7C-B90C400CF30F}" srcOrd="0" destOrd="0" presId="urn:microsoft.com/office/officeart/2008/layout/LinedList"/>
    <dgm:cxn modelId="{F8136CBA-3C44-2C47-9810-45F5F386AD94}" type="presParOf" srcId="{2E5C672D-E976-DB41-A46F-7BE8796796CB}" destId="{A071E8FC-907B-5D43-AE60-11F62B8668AC}" srcOrd="1" destOrd="0" presId="urn:microsoft.com/office/officeart/2008/layout/LinedList"/>
    <dgm:cxn modelId="{01B12055-FF03-1748-A37A-D74B262498D1}" type="presParOf" srcId="{A071E8FC-907B-5D43-AE60-11F62B8668AC}" destId="{D7A2CD36-108C-DD4D-84BA-00F0CEE6DF10}" srcOrd="0" destOrd="0" presId="urn:microsoft.com/office/officeart/2008/layout/LinedList"/>
    <dgm:cxn modelId="{E9FD95AD-87D8-BC42-B843-9A3FB6690BC6}" type="presParOf" srcId="{A071E8FC-907B-5D43-AE60-11F62B8668AC}" destId="{9A5D5B33-03B4-F54A-8BBE-974D0BB2F956}" srcOrd="1" destOrd="0" presId="urn:microsoft.com/office/officeart/2008/layout/LinedList"/>
    <dgm:cxn modelId="{6FEE3B85-69A6-4449-88D6-2658ED4D6544}" type="presParOf" srcId="{2E5C672D-E976-DB41-A46F-7BE8796796CB}" destId="{06BDD2F6-9943-CF49-BC2D-E449F0613B63}" srcOrd="2" destOrd="0" presId="urn:microsoft.com/office/officeart/2008/layout/LinedList"/>
    <dgm:cxn modelId="{DFB1140D-B1F0-A247-A091-3495F5248CAB}" type="presParOf" srcId="{2E5C672D-E976-DB41-A46F-7BE8796796CB}" destId="{5EE7B896-62CB-F84E-A355-8607BF8C282E}" srcOrd="3" destOrd="0" presId="urn:microsoft.com/office/officeart/2008/layout/LinedList"/>
    <dgm:cxn modelId="{ECE646A0-666B-DE41-B3FD-1BAF4CE9A2F4}" type="presParOf" srcId="{5EE7B896-62CB-F84E-A355-8607BF8C282E}" destId="{93BD2F25-4421-5647-9EDF-95E92FACCFB7}" srcOrd="0" destOrd="0" presId="urn:microsoft.com/office/officeart/2008/layout/LinedList"/>
    <dgm:cxn modelId="{DFA96DD4-CB0A-A044-ABAE-885574027B53}" type="presParOf" srcId="{5EE7B896-62CB-F84E-A355-8607BF8C282E}" destId="{26998E7F-FE97-5043-B658-7C96A0E0B0B0}" srcOrd="1" destOrd="0" presId="urn:microsoft.com/office/officeart/2008/layout/LinedList"/>
    <dgm:cxn modelId="{9423ECB9-AD96-D548-AA56-427B29889A1A}" type="presParOf" srcId="{2E5C672D-E976-DB41-A46F-7BE8796796CB}" destId="{43BA6F0B-F3D7-2B45-B910-52FD804545C9}" srcOrd="4" destOrd="0" presId="urn:microsoft.com/office/officeart/2008/layout/LinedList"/>
    <dgm:cxn modelId="{1332D752-9434-2C4C-867C-A881377CA4A3}" type="presParOf" srcId="{2E5C672D-E976-DB41-A46F-7BE8796796CB}" destId="{3634F9F2-2C7E-A740-8E42-A0EC751E40CF}" srcOrd="5" destOrd="0" presId="urn:microsoft.com/office/officeart/2008/layout/LinedList"/>
    <dgm:cxn modelId="{D94F7761-5DF2-334A-8E2A-80D59114EEB2}" type="presParOf" srcId="{3634F9F2-2C7E-A740-8E42-A0EC751E40CF}" destId="{7380B012-D14D-1E4C-91B9-FF057341F6EA}" srcOrd="0" destOrd="0" presId="urn:microsoft.com/office/officeart/2008/layout/LinedList"/>
    <dgm:cxn modelId="{EB5A3E89-EDD8-DC44-8C32-EBEC60272A4A}" type="presParOf" srcId="{3634F9F2-2C7E-A740-8E42-A0EC751E40CF}" destId="{E7A30933-D663-6C42-A266-E19B318FA616}" srcOrd="1" destOrd="0" presId="urn:microsoft.com/office/officeart/2008/layout/LinedList"/>
    <dgm:cxn modelId="{62C2F075-ABD3-3749-887E-EAE840307DD4}" type="presParOf" srcId="{2E5C672D-E976-DB41-A46F-7BE8796796CB}" destId="{17021175-96EF-5A44-84C5-EB6B7130D78F}" srcOrd="6" destOrd="0" presId="urn:microsoft.com/office/officeart/2008/layout/LinedList"/>
    <dgm:cxn modelId="{BBB2A3FC-FD18-5545-909C-544DEF387FC5}" type="presParOf" srcId="{2E5C672D-E976-DB41-A46F-7BE8796796CB}" destId="{67522CD2-F43F-8143-944C-7DB8C457B8BD}" srcOrd="7" destOrd="0" presId="urn:microsoft.com/office/officeart/2008/layout/LinedList"/>
    <dgm:cxn modelId="{901C86AA-2E55-F340-BB3A-058E94641F9D}" type="presParOf" srcId="{67522CD2-F43F-8143-944C-7DB8C457B8BD}" destId="{A23F92CF-C123-EC4A-83B5-FED8CCCB16CD}" srcOrd="0" destOrd="0" presId="urn:microsoft.com/office/officeart/2008/layout/LinedList"/>
    <dgm:cxn modelId="{9781F943-F864-BF4A-84A2-095B38539156}" type="presParOf" srcId="{67522CD2-F43F-8143-944C-7DB8C457B8BD}" destId="{7AF9530E-5819-3346-BC1A-C27D70BB035D}" srcOrd="1" destOrd="0" presId="urn:microsoft.com/office/officeart/2008/layout/LinedList"/>
    <dgm:cxn modelId="{AD5556B2-025E-794E-B4CD-981381F48075}" type="presParOf" srcId="{2E5C672D-E976-DB41-A46F-7BE8796796CB}" destId="{A019C3A7-8B10-4145-A3C5-CA32C7FB8837}" srcOrd="8" destOrd="0" presId="urn:microsoft.com/office/officeart/2008/layout/LinedList"/>
    <dgm:cxn modelId="{20C2563A-2F35-784E-B10F-6CBE6362BF33}" type="presParOf" srcId="{2E5C672D-E976-DB41-A46F-7BE8796796CB}" destId="{E92D9843-F6B1-504F-97C7-9F07249C2F4D}" srcOrd="9" destOrd="0" presId="urn:microsoft.com/office/officeart/2008/layout/LinedList"/>
    <dgm:cxn modelId="{77A7B9CC-9017-FA4F-877B-03AA508E2CF9}" type="presParOf" srcId="{E92D9843-F6B1-504F-97C7-9F07249C2F4D}" destId="{B36C9C84-2777-034A-AA7C-B1807F94A597}" srcOrd="0" destOrd="0" presId="urn:microsoft.com/office/officeart/2008/layout/LinedList"/>
    <dgm:cxn modelId="{9A007D27-2835-AE4C-8613-39A3203C5C1C}" type="presParOf" srcId="{E92D9843-F6B1-504F-97C7-9F07249C2F4D}" destId="{163C8767-7C82-4D44-B009-F8AF63D4B650}" srcOrd="1" destOrd="0" presId="urn:microsoft.com/office/officeart/2008/layout/LinedList"/>
    <dgm:cxn modelId="{C4F62993-FBDD-7C4F-BE63-028252193809}" type="presParOf" srcId="{2E5C672D-E976-DB41-A46F-7BE8796796CB}" destId="{B5B66BBD-B2C7-1C44-9407-162603969D5C}" srcOrd="10" destOrd="0" presId="urn:microsoft.com/office/officeart/2008/layout/LinedList"/>
    <dgm:cxn modelId="{4865EACE-C1E7-6349-94D5-236CD9FCEE3B}" type="presParOf" srcId="{2E5C672D-E976-DB41-A46F-7BE8796796CB}" destId="{F432CA3D-6DB7-274F-BD65-53CE020D3ECA}" srcOrd="11" destOrd="0" presId="urn:microsoft.com/office/officeart/2008/layout/LinedList"/>
    <dgm:cxn modelId="{BD89C027-EDBF-2949-B9D1-2F00308FA3C6}" type="presParOf" srcId="{F432CA3D-6DB7-274F-BD65-53CE020D3ECA}" destId="{4C3C82FF-C501-DB4E-AFBD-E9E0C24F24E0}" srcOrd="0" destOrd="0" presId="urn:microsoft.com/office/officeart/2008/layout/LinedList"/>
    <dgm:cxn modelId="{A7D9F447-ACC3-0644-BA9B-54088E9F9895}" type="presParOf" srcId="{F432CA3D-6DB7-274F-BD65-53CE020D3ECA}" destId="{C9CA83E3-D43A-AC45-8473-D39DCF535F0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F19CA4-D32B-5E43-A0E1-B5D21A3322CE}">
      <dsp:nvSpPr>
        <dsp:cNvPr id="0" name=""/>
        <dsp:cNvSpPr/>
      </dsp:nvSpPr>
      <dsp:spPr>
        <a:xfrm>
          <a:off x="31802" y="31"/>
          <a:ext cx="2041065" cy="122463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NOAA Historical Hurricane Track data</a:t>
          </a:r>
        </a:p>
      </dsp:txBody>
      <dsp:txXfrm>
        <a:off x="67670" y="35899"/>
        <a:ext cx="1969329" cy="1152903"/>
      </dsp:txXfrm>
    </dsp:sp>
    <dsp:sp modelId="{4CDD309E-6382-C446-8537-D5DA1AEB8E5F}">
      <dsp:nvSpPr>
        <dsp:cNvPr id="0" name=""/>
        <dsp:cNvSpPr/>
      </dsp:nvSpPr>
      <dsp:spPr>
        <a:xfrm>
          <a:off x="2252481" y="359258"/>
          <a:ext cx="432705" cy="5061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252481" y="460495"/>
        <a:ext cx="302894" cy="303710"/>
      </dsp:txXfrm>
    </dsp:sp>
    <dsp:sp modelId="{79471964-EEB0-CE4E-92A4-D960F86EAE36}">
      <dsp:nvSpPr>
        <dsp:cNvPr id="0" name=""/>
        <dsp:cNvSpPr/>
      </dsp:nvSpPr>
      <dsp:spPr>
        <a:xfrm>
          <a:off x="2889293" y="31"/>
          <a:ext cx="2041065" cy="1224639"/>
        </a:xfrm>
        <a:prstGeom prst="roundRect">
          <a:avLst>
            <a:gd name="adj" fmla="val 10000"/>
          </a:avLst>
        </a:prstGeom>
        <a:solidFill>
          <a:schemeClr val="accent5">
            <a:hueOff val="2034273"/>
            <a:satOff val="13799"/>
            <a:lumOff val="-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 visualizations within Python to express our results with the grid we create</a:t>
          </a:r>
        </a:p>
      </dsp:txBody>
      <dsp:txXfrm>
        <a:off x="2925161" y="35899"/>
        <a:ext cx="1969329" cy="1152903"/>
      </dsp:txXfrm>
    </dsp:sp>
    <dsp:sp modelId="{A8101D87-BDC3-7245-865B-215A1A2B6300}">
      <dsp:nvSpPr>
        <dsp:cNvPr id="0" name=""/>
        <dsp:cNvSpPr/>
      </dsp:nvSpPr>
      <dsp:spPr>
        <a:xfrm>
          <a:off x="5109972" y="359258"/>
          <a:ext cx="432705" cy="5061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2712364"/>
            <a:satOff val="18399"/>
            <a:lumOff val="-2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5109972" y="460495"/>
        <a:ext cx="302894" cy="303710"/>
      </dsp:txXfrm>
    </dsp:sp>
    <dsp:sp modelId="{22220E1D-9617-C84B-ACEB-F1D7128018B2}">
      <dsp:nvSpPr>
        <dsp:cNvPr id="0" name=""/>
        <dsp:cNvSpPr/>
      </dsp:nvSpPr>
      <dsp:spPr>
        <a:xfrm>
          <a:off x="5746785" y="31"/>
          <a:ext cx="2041065" cy="1224639"/>
        </a:xfrm>
        <a:prstGeom prst="roundRect">
          <a:avLst>
            <a:gd name="adj" fmla="val 10000"/>
          </a:avLst>
        </a:prstGeom>
        <a:solidFill>
          <a:schemeClr val="accent5">
            <a:hueOff val="4068545"/>
            <a:satOff val="27599"/>
            <a:lumOff val="-3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Successfully implement UCS and A* search algorithms that is required</a:t>
          </a:r>
        </a:p>
      </dsp:txBody>
      <dsp:txXfrm>
        <a:off x="5782653" y="35899"/>
        <a:ext cx="1969329" cy="1152903"/>
      </dsp:txXfrm>
    </dsp:sp>
    <dsp:sp modelId="{83C33AF9-A072-CC47-96DD-0E354F4F46BC}">
      <dsp:nvSpPr>
        <dsp:cNvPr id="0" name=""/>
        <dsp:cNvSpPr/>
      </dsp:nvSpPr>
      <dsp:spPr>
        <a:xfrm>
          <a:off x="7967464" y="359258"/>
          <a:ext cx="432705" cy="5061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5424727"/>
            <a:satOff val="36798"/>
            <a:lumOff val="-52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7967464" y="460495"/>
        <a:ext cx="302894" cy="303710"/>
      </dsp:txXfrm>
    </dsp:sp>
    <dsp:sp modelId="{54A7FB40-7646-0C4A-B0E9-EEF673F035D4}">
      <dsp:nvSpPr>
        <dsp:cNvPr id="0" name=""/>
        <dsp:cNvSpPr/>
      </dsp:nvSpPr>
      <dsp:spPr>
        <a:xfrm>
          <a:off x="8604276" y="31"/>
          <a:ext cx="2041065" cy="1224639"/>
        </a:xfrm>
        <a:prstGeom prst="roundRect">
          <a:avLst>
            <a:gd name="adj" fmla="val 10000"/>
          </a:avLst>
        </a:prstGeom>
        <a:solidFill>
          <a:schemeClr val="accent5">
            <a:hueOff val="6102818"/>
            <a:satOff val="41398"/>
            <a:lumOff val="-58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Strong evaluation by understanding what this code actually produces</a:t>
          </a:r>
        </a:p>
      </dsp:txBody>
      <dsp:txXfrm>
        <a:off x="8640144" y="35899"/>
        <a:ext cx="1969329" cy="1152903"/>
      </dsp:txXfrm>
    </dsp:sp>
    <dsp:sp modelId="{25AB1ABC-6985-6143-AA6C-48BA7DC73C60}">
      <dsp:nvSpPr>
        <dsp:cNvPr id="0" name=""/>
        <dsp:cNvSpPr/>
      </dsp:nvSpPr>
      <dsp:spPr>
        <a:xfrm rot="5400000">
          <a:off x="9408456" y="1367545"/>
          <a:ext cx="432705" cy="5061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8137091"/>
            <a:satOff val="55197"/>
            <a:lumOff val="-7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9472954" y="1404285"/>
        <a:ext cx="303710" cy="302894"/>
      </dsp:txXfrm>
    </dsp:sp>
    <dsp:sp modelId="{5A1C2EB5-86BC-CF4B-91CD-83DD88734220}">
      <dsp:nvSpPr>
        <dsp:cNvPr id="0" name=""/>
        <dsp:cNvSpPr/>
      </dsp:nvSpPr>
      <dsp:spPr>
        <a:xfrm>
          <a:off x="8604276" y="2041096"/>
          <a:ext cx="2041065" cy="1224639"/>
        </a:xfrm>
        <a:prstGeom prst="roundRect">
          <a:avLst>
            <a:gd name="adj" fmla="val 10000"/>
          </a:avLst>
        </a:prstGeom>
        <a:solidFill>
          <a:schemeClr val="accent5">
            <a:hueOff val="8137091"/>
            <a:satOff val="55197"/>
            <a:lumOff val="-7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Using different packages like matplotlib.pyplot and numpy</a:t>
          </a:r>
        </a:p>
      </dsp:txBody>
      <dsp:txXfrm>
        <a:off x="8640144" y="2076964"/>
        <a:ext cx="1969329" cy="11529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592D76-CCFF-4CFF-82AD-20C024CC0BD0}">
      <dsp:nvSpPr>
        <dsp:cNvPr id="0" name=""/>
        <dsp:cNvSpPr/>
      </dsp:nvSpPr>
      <dsp:spPr>
        <a:xfrm>
          <a:off x="519952" y="43344"/>
          <a:ext cx="1275045" cy="127504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C576B1-E16B-4386-A10C-84E2998AEF04}">
      <dsp:nvSpPr>
        <dsp:cNvPr id="0" name=""/>
        <dsp:cNvSpPr/>
      </dsp:nvSpPr>
      <dsp:spPr>
        <a:xfrm>
          <a:off x="787711" y="311103"/>
          <a:ext cx="739526" cy="7395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E9B60-C41A-42D7-AF7A-972DF40D19F8}">
      <dsp:nvSpPr>
        <dsp:cNvPr id="0" name=""/>
        <dsp:cNvSpPr/>
      </dsp:nvSpPr>
      <dsp:spPr>
        <a:xfrm>
          <a:off x="2068221" y="43344"/>
          <a:ext cx="3005463" cy="127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Data Acquisition: Gather and preprocess NOAA data.</a:t>
          </a:r>
        </a:p>
      </dsp:txBody>
      <dsp:txXfrm>
        <a:off x="2068221" y="43344"/>
        <a:ext cx="3005463" cy="1275045"/>
      </dsp:txXfrm>
    </dsp:sp>
    <dsp:sp modelId="{A09C8AB4-15C5-4054-B3EB-533E83CA9BF2}">
      <dsp:nvSpPr>
        <dsp:cNvPr id="0" name=""/>
        <dsp:cNvSpPr/>
      </dsp:nvSpPr>
      <dsp:spPr>
        <a:xfrm>
          <a:off x="5597363" y="43344"/>
          <a:ext cx="1275045" cy="127504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D9478B-AC5F-4D7F-B30D-3B116B0F4384}">
      <dsp:nvSpPr>
        <dsp:cNvPr id="0" name=""/>
        <dsp:cNvSpPr/>
      </dsp:nvSpPr>
      <dsp:spPr>
        <a:xfrm>
          <a:off x="5865123" y="311103"/>
          <a:ext cx="739526" cy="7395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DAF07B-E8D0-440B-8555-6A916C9C1ABD}">
      <dsp:nvSpPr>
        <dsp:cNvPr id="0" name=""/>
        <dsp:cNvSpPr/>
      </dsp:nvSpPr>
      <dsp:spPr>
        <a:xfrm>
          <a:off x="7145632" y="43344"/>
          <a:ext cx="3005463" cy="127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Map Modeling: Convert region into risk-based grid.</a:t>
          </a:r>
        </a:p>
      </dsp:txBody>
      <dsp:txXfrm>
        <a:off x="7145632" y="43344"/>
        <a:ext cx="3005463" cy="1275045"/>
      </dsp:txXfrm>
    </dsp:sp>
    <dsp:sp modelId="{D3DFC6CE-B001-4FBA-8DD7-FF6447A93F1B}">
      <dsp:nvSpPr>
        <dsp:cNvPr id="0" name=""/>
        <dsp:cNvSpPr/>
      </dsp:nvSpPr>
      <dsp:spPr>
        <a:xfrm>
          <a:off x="519952" y="1858452"/>
          <a:ext cx="1275045" cy="127504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351E48-CA01-4355-8A88-EC70C311C7F0}">
      <dsp:nvSpPr>
        <dsp:cNvPr id="0" name=""/>
        <dsp:cNvSpPr/>
      </dsp:nvSpPr>
      <dsp:spPr>
        <a:xfrm>
          <a:off x="787711" y="2126212"/>
          <a:ext cx="739526" cy="7395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449DDD-E813-40E5-B57C-0F409EE06F14}">
      <dsp:nvSpPr>
        <dsp:cNvPr id="0" name=""/>
        <dsp:cNvSpPr/>
      </dsp:nvSpPr>
      <dsp:spPr>
        <a:xfrm>
          <a:off x="2068221" y="1858452"/>
          <a:ext cx="3005463" cy="127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Algorithm Implementation: UCS &amp; A*.</a:t>
          </a:r>
        </a:p>
      </dsp:txBody>
      <dsp:txXfrm>
        <a:off x="2068221" y="1858452"/>
        <a:ext cx="3005463" cy="1275045"/>
      </dsp:txXfrm>
    </dsp:sp>
    <dsp:sp modelId="{21BE93F3-3DE9-4A13-AF2A-57CCC381F383}">
      <dsp:nvSpPr>
        <dsp:cNvPr id="0" name=""/>
        <dsp:cNvSpPr/>
      </dsp:nvSpPr>
      <dsp:spPr>
        <a:xfrm>
          <a:off x="5597363" y="1858452"/>
          <a:ext cx="1275045" cy="127504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7B163B-20CA-4658-BA1C-A3E8F49816C6}">
      <dsp:nvSpPr>
        <dsp:cNvPr id="0" name=""/>
        <dsp:cNvSpPr/>
      </dsp:nvSpPr>
      <dsp:spPr>
        <a:xfrm>
          <a:off x="5865123" y="2126212"/>
          <a:ext cx="739526" cy="7395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4632D-6F05-4E2B-8B11-BADF180D8B04}">
      <dsp:nvSpPr>
        <dsp:cNvPr id="0" name=""/>
        <dsp:cNvSpPr/>
      </dsp:nvSpPr>
      <dsp:spPr>
        <a:xfrm>
          <a:off x="7145632" y="1858452"/>
          <a:ext cx="3005463" cy="1275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Visualization: Plot evacuation paths &amp; storm conditions.</a:t>
          </a:r>
        </a:p>
      </dsp:txBody>
      <dsp:txXfrm>
        <a:off x="7145632" y="1858452"/>
        <a:ext cx="3005463" cy="12750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D3E7A0-FC8E-114D-8A93-434601F0C55F}">
      <dsp:nvSpPr>
        <dsp:cNvPr id="0" name=""/>
        <dsp:cNvSpPr/>
      </dsp:nvSpPr>
      <dsp:spPr>
        <a:xfrm>
          <a:off x="3128" y="19842"/>
          <a:ext cx="2481601" cy="148896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1. Cleaned NOAA dataset</a:t>
          </a:r>
        </a:p>
      </dsp:txBody>
      <dsp:txXfrm>
        <a:off x="3128" y="19842"/>
        <a:ext cx="2481601" cy="1488961"/>
      </dsp:txXfrm>
    </dsp:sp>
    <dsp:sp modelId="{AD475060-C42C-FC45-A028-1F40D30498C7}">
      <dsp:nvSpPr>
        <dsp:cNvPr id="0" name=""/>
        <dsp:cNvSpPr/>
      </dsp:nvSpPr>
      <dsp:spPr>
        <a:xfrm>
          <a:off x="2732890" y="19842"/>
          <a:ext cx="2481601" cy="148896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2. Grid-based spatial model</a:t>
          </a:r>
        </a:p>
      </dsp:txBody>
      <dsp:txXfrm>
        <a:off x="2732890" y="19842"/>
        <a:ext cx="2481601" cy="1488961"/>
      </dsp:txXfrm>
    </dsp:sp>
    <dsp:sp modelId="{4F3296CB-0462-DA48-B8EA-07805B1140F0}">
      <dsp:nvSpPr>
        <dsp:cNvPr id="0" name=""/>
        <dsp:cNvSpPr/>
      </dsp:nvSpPr>
      <dsp:spPr>
        <a:xfrm>
          <a:off x="5462652" y="19842"/>
          <a:ext cx="2481601" cy="148896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3. UCS &amp; A* implementations</a:t>
          </a:r>
        </a:p>
      </dsp:txBody>
      <dsp:txXfrm>
        <a:off x="5462652" y="19842"/>
        <a:ext cx="2481601" cy="1488961"/>
      </dsp:txXfrm>
    </dsp:sp>
    <dsp:sp modelId="{02B34E70-9339-3E4E-BD5A-B41B3897E2D2}">
      <dsp:nvSpPr>
        <dsp:cNvPr id="0" name=""/>
        <dsp:cNvSpPr/>
      </dsp:nvSpPr>
      <dsp:spPr>
        <a:xfrm>
          <a:off x="8192414" y="19842"/>
          <a:ext cx="2481601" cy="148896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4. Performance comparison report</a:t>
          </a:r>
        </a:p>
      </dsp:txBody>
      <dsp:txXfrm>
        <a:off x="8192414" y="19842"/>
        <a:ext cx="2481601" cy="1488961"/>
      </dsp:txXfrm>
    </dsp:sp>
    <dsp:sp modelId="{4B05DB4C-F8A0-6243-A67A-1A54664AE9FD}">
      <dsp:nvSpPr>
        <dsp:cNvPr id="0" name=""/>
        <dsp:cNvSpPr/>
      </dsp:nvSpPr>
      <dsp:spPr>
        <a:xfrm>
          <a:off x="1368009" y="1756963"/>
          <a:ext cx="2481601" cy="148896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5. Visualizations &amp; maps</a:t>
          </a:r>
        </a:p>
      </dsp:txBody>
      <dsp:txXfrm>
        <a:off x="1368009" y="1756963"/>
        <a:ext cx="2481601" cy="1488961"/>
      </dsp:txXfrm>
    </dsp:sp>
    <dsp:sp modelId="{711D5F9B-68A1-0A42-8009-EFC8F160A88E}">
      <dsp:nvSpPr>
        <dsp:cNvPr id="0" name=""/>
        <dsp:cNvSpPr/>
      </dsp:nvSpPr>
      <dsp:spPr>
        <a:xfrm>
          <a:off x="4097771" y="1756963"/>
          <a:ext cx="2481601" cy="148896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6. Full code repository</a:t>
          </a:r>
        </a:p>
      </dsp:txBody>
      <dsp:txXfrm>
        <a:off x="4097771" y="1756963"/>
        <a:ext cx="2481601" cy="1488961"/>
      </dsp:txXfrm>
    </dsp:sp>
    <dsp:sp modelId="{C32DDDB2-1709-E34B-B41A-91579C1FA60F}">
      <dsp:nvSpPr>
        <dsp:cNvPr id="0" name=""/>
        <dsp:cNvSpPr/>
      </dsp:nvSpPr>
      <dsp:spPr>
        <a:xfrm>
          <a:off x="6827533" y="1756963"/>
          <a:ext cx="2481601" cy="148896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7. Final write-up &amp; presentation</a:t>
          </a:r>
        </a:p>
      </dsp:txBody>
      <dsp:txXfrm>
        <a:off x="6827533" y="1756963"/>
        <a:ext cx="2481601" cy="14889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A608B-EE09-D44C-AF7C-B90C400CF30F}">
      <dsp:nvSpPr>
        <dsp:cNvPr id="0" name=""/>
        <dsp:cNvSpPr/>
      </dsp:nvSpPr>
      <dsp:spPr>
        <a:xfrm>
          <a:off x="0" y="2458"/>
          <a:ext cx="613223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A2CD36-108C-DD4D-84BA-00F0CEE6DF10}">
      <dsp:nvSpPr>
        <dsp:cNvPr id="0" name=""/>
        <dsp:cNvSpPr/>
      </dsp:nvSpPr>
      <dsp:spPr>
        <a:xfrm>
          <a:off x="0" y="2458"/>
          <a:ext cx="6132236" cy="838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Safety: Avoid high-risk storm zones.</a:t>
          </a:r>
        </a:p>
      </dsp:txBody>
      <dsp:txXfrm>
        <a:off x="0" y="2458"/>
        <a:ext cx="6132236" cy="838341"/>
      </dsp:txXfrm>
    </dsp:sp>
    <dsp:sp modelId="{06BDD2F6-9943-CF49-BC2D-E449F0613B63}">
      <dsp:nvSpPr>
        <dsp:cNvPr id="0" name=""/>
        <dsp:cNvSpPr/>
      </dsp:nvSpPr>
      <dsp:spPr>
        <a:xfrm>
          <a:off x="0" y="840799"/>
          <a:ext cx="6132236" cy="0"/>
        </a:xfrm>
        <a:prstGeom prst="line">
          <a:avLst/>
        </a:prstGeom>
        <a:solidFill>
          <a:schemeClr val="accent5">
            <a:hueOff val="1627418"/>
            <a:satOff val="11039"/>
            <a:lumOff val="-157"/>
            <a:alphaOff val="0"/>
          </a:schemeClr>
        </a:solidFill>
        <a:ln w="12700" cap="flat" cmpd="sng" algn="ctr">
          <a:solidFill>
            <a:schemeClr val="accent5">
              <a:hueOff val="1627418"/>
              <a:satOff val="11039"/>
              <a:lumOff val="-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BD2F25-4421-5647-9EDF-95E92FACCFB7}">
      <dsp:nvSpPr>
        <dsp:cNvPr id="0" name=""/>
        <dsp:cNvSpPr/>
      </dsp:nvSpPr>
      <dsp:spPr>
        <a:xfrm>
          <a:off x="0" y="840799"/>
          <a:ext cx="6132236" cy="838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Optimality: Cost &amp; distance comparison.</a:t>
          </a:r>
        </a:p>
      </dsp:txBody>
      <dsp:txXfrm>
        <a:off x="0" y="840799"/>
        <a:ext cx="6132236" cy="838341"/>
      </dsp:txXfrm>
    </dsp:sp>
    <dsp:sp modelId="{43BA6F0B-F3D7-2B45-B910-52FD804545C9}">
      <dsp:nvSpPr>
        <dsp:cNvPr id="0" name=""/>
        <dsp:cNvSpPr/>
      </dsp:nvSpPr>
      <dsp:spPr>
        <a:xfrm>
          <a:off x="0" y="1679141"/>
          <a:ext cx="6132236" cy="0"/>
        </a:xfrm>
        <a:prstGeom prst="line">
          <a:avLst/>
        </a:prstGeom>
        <a:solidFill>
          <a:schemeClr val="accent5">
            <a:hueOff val="3254836"/>
            <a:satOff val="22079"/>
            <a:lumOff val="-313"/>
            <a:alphaOff val="0"/>
          </a:schemeClr>
        </a:solidFill>
        <a:ln w="12700" cap="flat" cmpd="sng" algn="ctr">
          <a:solidFill>
            <a:schemeClr val="accent5">
              <a:hueOff val="3254836"/>
              <a:satOff val="22079"/>
              <a:lumOff val="-3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80B012-D14D-1E4C-91B9-FF057341F6EA}">
      <dsp:nvSpPr>
        <dsp:cNvPr id="0" name=""/>
        <dsp:cNvSpPr/>
      </dsp:nvSpPr>
      <dsp:spPr>
        <a:xfrm>
          <a:off x="0" y="1679141"/>
          <a:ext cx="6132236" cy="838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Heuristic quality (A*).</a:t>
          </a:r>
        </a:p>
      </dsp:txBody>
      <dsp:txXfrm>
        <a:off x="0" y="1679141"/>
        <a:ext cx="6132236" cy="838341"/>
      </dsp:txXfrm>
    </dsp:sp>
    <dsp:sp modelId="{17021175-96EF-5A44-84C5-EB6B7130D78F}">
      <dsp:nvSpPr>
        <dsp:cNvPr id="0" name=""/>
        <dsp:cNvSpPr/>
      </dsp:nvSpPr>
      <dsp:spPr>
        <a:xfrm>
          <a:off x="0" y="2517483"/>
          <a:ext cx="6132236" cy="0"/>
        </a:xfrm>
        <a:prstGeom prst="line">
          <a:avLst/>
        </a:prstGeom>
        <a:solidFill>
          <a:schemeClr val="accent5">
            <a:hueOff val="4882255"/>
            <a:satOff val="33118"/>
            <a:lumOff val="-470"/>
            <a:alphaOff val="0"/>
          </a:schemeClr>
        </a:solidFill>
        <a:ln w="12700" cap="flat" cmpd="sng" algn="ctr">
          <a:solidFill>
            <a:schemeClr val="accent5">
              <a:hueOff val="4882255"/>
              <a:satOff val="33118"/>
              <a:lumOff val="-4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3F92CF-C123-EC4A-83B5-FED8CCCB16CD}">
      <dsp:nvSpPr>
        <dsp:cNvPr id="0" name=""/>
        <dsp:cNvSpPr/>
      </dsp:nvSpPr>
      <dsp:spPr>
        <a:xfrm>
          <a:off x="0" y="2517482"/>
          <a:ext cx="6132236" cy="838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Runtime performance.</a:t>
          </a:r>
        </a:p>
      </dsp:txBody>
      <dsp:txXfrm>
        <a:off x="0" y="2517482"/>
        <a:ext cx="6132236" cy="838341"/>
      </dsp:txXfrm>
    </dsp:sp>
    <dsp:sp modelId="{A019C3A7-8B10-4145-A3C5-CA32C7FB8837}">
      <dsp:nvSpPr>
        <dsp:cNvPr id="0" name=""/>
        <dsp:cNvSpPr/>
      </dsp:nvSpPr>
      <dsp:spPr>
        <a:xfrm>
          <a:off x="0" y="3355824"/>
          <a:ext cx="6132236" cy="0"/>
        </a:xfrm>
        <a:prstGeom prst="line">
          <a:avLst/>
        </a:prstGeom>
        <a:solidFill>
          <a:schemeClr val="accent5">
            <a:hueOff val="6509673"/>
            <a:satOff val="44158"/>
            <a:lumOff val="-626"/>
            <a:alphaOff val="0"/>
          </a:schemeClr>
        </a:solidFill>
        <a:ln w="12700" cap="flat" cmpd="sng" algn="ctr">
          <a:solidFill>
            <a:schemeClr val="accent5">
              <a:hueOff val="6509673"/>
              <a:satOff val="44158"/>
              <a:lumOff val="-6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C9C84-2777-034A-AA7C-B1807F94A597}">
      <dsp:nvSpPr>
        <dsp:cNvPr id="0" name=""/>
        <dsp:cNvSpPr/>
      </dsp:nvSpPr>
      <dsp:spPr>
        <a:xfrm>
          <a:off x="0" y="3355824"/>
          <a:ext cx="6132236" cy="838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Visualization accuracy.</a:t>
          </a:r>
        </a:p>
      </dsp:txBody>
      <dsp:txXfrm>
        <a:off x="0" y="3355824"/>
        <a:ext cx="6132236" cy="838341"/>
      </dsp:txXfrm>
    </dsp:sp>
    <dsp:sp modelId="{B5B66BBD-B2C7-1C44-9407-162603969D5C}">
      <dsp:nvSpPr>
        <dsp:cNvPr id="0" name=""/>
        <dsp:cNvSpPr/>
      </dsp:nvSpPr>
      <dsp:spPr>
        <a:xfrm>
          <a:off x="0" y="4194166"/>
          <a:ext cx="6132236" cy="0"/>
        </a:xfrm>
        <a:prstGeom prst="line">
          <a:avLst/>
        </a:prstGeom>
        <a:solidFill>
          <a:schemeClr val="accent5">
            <a:hueOff val="8137091"/>
            <a:satOff val="55197"/>
            <a:lumOff val="-783"/>
            <a:alphaOff val="0"/>
          </a:schemeClr>
        </a:solidFill>
        <a:ln w="12700" cap="flat" cmpd="sng" algn="ctr">
          <a:solidFill>
            <a:schemeClr val="accent5">
              <a:hueOff val="8137091"/>
              <a:satOff val="55197"/>
              <a:lumOff val="-7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3C82FF-C501-DB4E-AFBD-E9E0C24F24E0}">
      <dsp:nvSpPr>
        <dsp:cNvPr id="0" name=""/>
        <dsp:cNvSpPr/>
      </dsp:nvSpPr>
      <dsp:spPr>
        <a:xfrm>
          <a:off x="0" y="4194166"/>
          <a:ext cx="6132236" cy="838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Objective completion.</a:t>
          </a:r>
        </a:p>
      </dsp:txBody>
      <dsp:txXfrm>
        <a:off x="0" y="4194166"/>
        <a:ext cx="6132236" cy="8383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12/8/25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8448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12/8/25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550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12/8/25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63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12/8/25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1676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12/8/25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140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12/8/25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231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12/8/25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21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12/8/25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39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12/8/25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634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12/8/25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08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12/8/25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395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12/8/25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4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65" r:id="rId6"/>
    <p:sldLayoutId id="2147483861" r:id="rId7"/>
    <p:sldLayoutId id="2147483862" r:id="rId8"/>
    <p:sldLayoutId id="2147483863" r:id="rId9"/>
    <p:sldLayoutId id="2147483864" r:id="rId10"/>
    <p:sldLayoutId id="21474838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torm brewing at sea">
            <a:extLst>
              <a:ext uri="{FF2B5EF4-FFF2-40B4-BE49-F238E27FC236}">
                <a16:creationId xmlns:a16="http://schemas.microsoft.com/office/drawing/2014/main" id="{70850D33-3845-9E75-B486-1B114B7E26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13759" b="-1"/>
          <a:stretch>
            <a:fillRect/>
          </a:stretch>
        </p:blipFill>
        <p:spPr>
          <a:xfrm>
            <a:off x="3331593" y="10"/>
            <a:ext cx="8860407" cy="6857990"/>
          </a:xfrm>
          <a:custGeom>
            <a:avLst/>
            <a:gdLst/>
            <a:ahLst/>
            <a:cxnLst/>
            <a:rect l="l" t="t" r="r" b="b"/>
            <a:pathLst>
              <a:path w="8860407" h="6858000">
                <a:moveTo>
                  <a:pt x="0" y="0"/>
                </a:moveTo>
                <a:lnTo>
                  <a:pt x="8860407" y="0"/>
                </a:lnTo>
                <a:lnTo>
                  <a:pt x="8860407" y="6858000"/>
                </a:lnTo>
                <a:lnTo>
                  <a:pt x="661049" y="6858000"/>
                </a:lnTo>
                <a:lnTo>
                  <a:pt x="832672" y="6662026"/>
                </a:lnTo>
                <a:cubicBezTo>
                  <a:pt x="1465328" y="5866432"/>
                  <a:pt x="1845374" y="4846462"/>
                  <a:pt x="1845374" y="3734370"/>
                </a:cubicBezTo>
                <a:cubicBezTo>
                  <a:pt x="1845374" y="2244963"/>
                  <a:pt x="1163691" y="920792"/>
                  <a:pt x="106458" y="79568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1771F7-BC8E-9962-839F-9B45F3245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1128811"/>
            <a:ext cx="3447288" cy="3342290"/>
          </a:xfrm>
        </p:spPr>
        <p:txBody>
          <a:bodyPr anchor="b">
            <a:normAutofit/>
          </a:bodyPr>
          <a:lstStyle/>
          <a:p>
            <a:r>
              <a:rPr lang="en-US" sz="5400" dirty="0"/>
              <a:t>Hurricane Evacuation Route Planning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322532-3313-476C-5ACA-85FF252C7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953" y="4660288"/>
            <a:ext cx="3447287" cy="11263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By: Jacob Demmons &amp; Rohit Kumar Sah</a:t>
            </a:r>
            <a:endParaRPr lang="en-US" dirty="0"/>
          </a:p>
        </p:txBody>
      </p:sp>
      <p:sp>
        <p:nvSpPr>
          <p:cNvPr id="29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4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FE7956-A23C-C8A9-B87D-C771E26EC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7532" y="1063255"/>
            <a:ext cx="5312254" cy="1806727"/>
          </a:xfrm>
        </p:spPr>
        <p:txBody>
          <a:bodyPr>
            <a:normAutofit/>
          </a:bodyPr>
          <a:lstStyle/>
          <a:p>
            <a:r>
              <a:rPr lang="en-US"/>
              <a:t>Objectives to success</a:t>
            </a:r>
          </a:p>
        </p:txBody>
      </p:sp>
      <p:pic>
        <p:nvPicPr>
          <p:cNvPr id="23" name="Picture 22" descr="Person pointing on a map">
            <a:extLst>
              <a:ext uri="{FF2B5EF4-FFF2-40B4-BE49-F238E27FC236}">
                <a16:creationId xmlns:a16="http://schemas.microsoft.com/office/drawing/2014/main" id="{7C1D6B77-B8E3-0956-84D2-FBD41C31DD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15" r="30426" b="-1"/>
          <a:stretch>
            <a:fillRect/>
          </a:stretch>
        </p:blipFill>
        <p:spPr>
          <a:xfrm>
            <a:off x="1" y="10"/>
            <a:ext cx="5215066" cy="6857990"/>
          </a:xfrm>
          <a:custGeom>
            <a:avLst/>
            <a:gdLst/>
            <a:ahLst/>
            <a:cxnLst/>
            <a:rect l="l" t="t" r="r" b="b"/>
            <a:pathLst>
              <a:path w="5215066" h="6845983">
                <a:moveTo>
                  <a:pt x="0" y="0"/>
                </a:moveTo>
                <a:lnTo>
                  <a:pt x="3197713" y="0"/>
                </a:lnTo>
                <a:lnTo>
                  <a:pt x="3259787" y="39795"/>
                </a:lnTo>
                <a:cubicBezTo>
                  <a:pt x="4439462" y="836768"/>
                  <a:pt x="5215066" y="2186425"/>
                  <a:pt x="5215066" y="3717234"/>
                </a:cubicBezTo>
                <a:cubicBezTo>
                  <a:pt x="5215066" y="4788800"/>
                  <a:pt x="4835020" y="5771602"/>
                  <a:pt x="4202364" y="6538204"/>
                </a:cubicBezTo>
                <a:lnTo>
                  <a:pt x="3922635" y="6845983"/>
                </a:lnTo>
                <a:lnTo>
                  <a:pt x="0" y="6845983"/>
                </a:lnTo>
                <a:close/>
              </a:path>
            </a:pathLst>
          </a:cu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1FC086D-39EC-448D-97E7-FF232355A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86332" y="3088919"/>
            <a:ext cx="521208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CA5ECDE-7005-4E25-C24C-E0BC44649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7532" y="3309582"/>
            <a:ext cx="5312254" cy="24851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Create a map through New Orleans</a:t>
            </a:r>
          </a:p>
          <a:p>
            <a:r>
              <a:rPr lang="en-US" dirty="0"/>
              <a:t>Use accurate data from NOAA</a:t>
            </a:r>
          </a:p>
          <a:p>
            <a:r>
              <a:rPr lang="en-US"/>
              <a:t>Implement different search algorithms and compare (UCS vs </a:t>
            </a:r>
            <a:r>
              <a:rPr lang="en-US" dirty="0"/>
              <a:t>A*)</a:t>
            </a:r>
          </a:p>
          <a:p>
            <a:r>
              <a:rPr lang="en-US"/>
              <a:t>Taking into consideration the condition over time and what direction it's coming at</a:t>
            </a:r>
            <a:endParaRPr lang="en-US" dirty="0"/>
          </a:p>
        </p:txBody>
      </p:sp>
      <p:sp>
        <p:nvSpPr>
          <p:cNvPr id="31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34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D9838F-5C40-7740-A069-70460EB5B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74056"/>
          </a:xfrm>
        </p:spPr>
        <p:txBody>
          <a:bodyPr anchor="b">
            <a:normAutofit/>
          </a:bodyPr>
          <a:lstStyle/>
          <a:p>
            <a:r>
              <a:rPr lang="en-US"/>
              <a:t>What will we need?</a:t>
            </a:r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11126222-DD97-14CA-3E53-4B9975D104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2018812"/>
              </p:ext>
            </p:extLst>
          </p:nvPr>
        </p:nvGraphicFramePr>
        <p:xfrm>
          <a:off x="752857" y="2436128"/>
          <a:ext cx="10677144" cy="32657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9864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Approach / Analysis Plan</a:t>
            </a:r>
          </a:p>
        </p:txBody>
      </p:sp>
      <p:sp>
        <p:nvSpPr>
          <p:cNvPr id="31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2" y="56841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D200644B-8D47-17F9-9DAD-E43A6E7A1C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1005132"/>
              </p:ext>
            </p:extLst>
          </p:nvPr>
        </p:nvGraphicFramePr>
        <p:xfrm>
          <a:off x="758953" y="2606722"/>
          <a:ext cx="10671048" cy="3176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74056"/>
          </a:xfrm>
        </p:spPr>
        <p:txBody>
          <a:bodyPr anchor="b">
            <a:normAutofit/>
          </a:bodyPr>
          <a:lstStyle/>
          <a:p>
            <a:r>
              <a:rPr lang="en-US"/>
              <a:t>Deliverables</a:t>
            </a:r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7C713B-5ADF-3953-AF47-B9995F344E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6388142"/>
              </p:ext>
            </p:extLst>
          </p:nvPr>
        </p:nvGraphicFramePr>
        <p:xfrm>
          <a:off x="752857" y="2436128"/>
          <a:ext cx="10677144" cy="32657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992" y="1063255"/>
            <a:ext cx="3575304" cy="4807541"/>
          </a:xfrm>
        </p:spPr>
        <p:txBody>
          <a:bodyPr>
            <a:normAutofit/>
          </a:bodyPr>
          <a:lstStyle/>
          <a:p>
            <a:r>
              <a:rPr lang="en-US" sz="5100"/>
              <a:t>Evaluation Methodology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23022EF-4E43-4298-8E3D-DA5EF0617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2096AA-8AC6-1FDB-27B2-D18744E0CB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0776552"/>
              </p:ext>
            </p:extLst>
          </p:nvPr>
        </p:nvGraphicFramePr>
        <p:xfrm>
          <a:off x="5297763" y="972642"/>
          <a:ext cx="6132237" cy="5034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219</Words>
  <Application>Microsoft Macintosh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Avenir Next LT Pro</vt:lpstr>
      <vt:lpstr>Sitka Banner</vt:lpstr>
      <vt:lpstr>HeadlinesVTI</vt:lpstr>
      <vt:lpstr>Hurricane Evacuation Route Planning</vt:lpstr>
      <vt:lpstr>Objectives to success</vt:lpstr>
      <vt:lpstr>What will we need?</vt:lpstr>
      <vt:lpstr>Approach / Analysis Plan</vt:lpstr>
      <vt:lpstr>Deliverables</vt:lpstr>
      <vt:lpstr>Evaluation Methodology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ROHIT KUMAR SAH</cp:lastModifiedBy>
  <cp:revision>152</cp:revision>
  <dcterms:created xsi:type="dcterms:W3CDTF">2025-11-13T03:38:19Z</dcterms:created>
  <dcterms:modified xsi:type="dcterms:W3CDTF">2025-12-08T21:49:29Z</dcterms:modified>
</cp:coreProperties>
</file>