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3"/>
  </p:normalViewPr>
  <p:slideViewPr>
    <p:cSldViewPr snapToGrid="0">
      <p:cViewPr>
        <p:scale>
          <a:sx n="120" d="100"/>
          <a:sy n="120" d="100"/>
        </p:scale>
        <p:origin x="1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E5CA7C-8912-4D89-8855-CA0A6738415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9FAD0C-9482-4F99-AEF2-795509149E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 an intelligent evacuation routing system using real NOAA storm data.</a:t>
          </a:r>
        </a:p>
      </dgm:t>
    </dgm:pt>
    <dgm:pt modelId="{459AECFC-D11C-4A27-993D-F77DA2F0E1D2}" type="parTrans" cxnId="{E1F6D8A6-3C66-48BE-BA62-E7AD1AF68A87}">
      <dgm:prSet/>
      <dgm:spPr/>
      <dgm:t>
        <a:bodyPr/>
        <a:lstStyle/>
        <a:p>
          <a:endParaRPr lang="en-US"/>
        </a:p>
      </dgm:t>
    </dgm:pt>
    <dgm:pt modelId="{4F76483C-E0F0-414B-BC6B-35DD4C6DE4E9}" type="sibTrans" cxnId="{E1F6D8A6-3C66-48BE-BA62-E7AD1AF68A87}">
      <dgm:prSet/>
      <dgm:spPr/>
      <dgm:t>
        <a:bodyPr/>
        <a:lstStyle/>
        <a:p>
          <a:endParaRPr lang="en-US"/>
        </a:p>
      </dgm:t>
    </dgm:pt>
    <dgm:pt modelId="{A67BFC61-D331-4017-8E2B-FFAC3933D7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 the safest and most efficient evacuation path during hurricanes.</a:t>
          </a:r>
        </a:p>
      </dgm:t>
    </dgm:pt>
    <dgm:pt modelId="{295E9272-16B2-41C5-9A1E-7E90694A1574}" type="parTrans" cxnId="{FF96DE30-AA71-4DB6-B355-86F90E1FDEF4}">
      <dgm:prSet/>
      <dgm:spPr/>
      <dgm:t>
        <a:bodyPr/>
        <a:lstStyle/>
        <a:p>
          <a:endParaRPr lang="en-US"/>
        </a:p>
      </dgm:t>
    </dgm:pt>
    <dgm:pt modelId="{1F573DE0-266F-43EE-8782-1FA8E1750215}" type="sibTrans" cxnId="{FF96DE30-AA71-4DB6-B355-86F90E1FDEF4}">
      <dgm:prSet/>
      <dgm:spPr/>
      <dgm:t>
        <a:bodyPr/>
        <a:lstStyle/>
        <a:p>
          <a:endParaRPr lang="en-US"/>
        </a:p>
      </dgm:t>
    </dgm:pt>
    <dgm:pt modelId="{2BAAC984-6AF5-4D3A-89F7-E01E3008CE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Compare UCS and A* algorithms to identify the best route-planning strategy.</a:t>
          </a:r>
        </a:p>
      </dgm:t>
    </dgm:pt>
    <dgm:pt modelId="{42D5F272-ED7D-43C7-81AA-E2C25DFCACF0}" type="parTrans" cxnId="{F39F7A79-A568-400B-B9DD-A98B634660D1}">
      <dgm:prSet/>
      <dgm:spPr/>
      <dgm:t>
        <a:bodyPr/>
        <a:lstStyle/>
        <a:p>
          <a:endParaRPr lang="en-US"/>
        </a:p>
      </dgm:t>
    </dgm:pt>
    <dgm:pt modelId="{0B0409C1-DA09-42CE-ACDC-CA05C37D7E37}" type="sibTrans" cxnId="{F39F7A79-A568-400B-B9DD-A98B634660D1}">
      <dgm:prSet/>
      <dgm:spPr/>
      <dgm:t>
        <a:bodyPr/>
        <a:lstStyle/>
        <a:p>
          <a:endParaRPr lang="en-US"/>
        </a:p>
      </dgm:t>
    </dgm:pt>
    <dgm:pt modelId="{CE608C47-6068-4E34-A050-3160C2B5F68B}" type="pres">
      <dgm:prSet presAssocID="{66E5CA7C-8912-4D89-8855-CA0A67384156}" presName="root" presStyleCnt="0">
        <dgm:presLayoutVars>
          <dgm:dir/>
          <dgm:resizeHandles val="exact"/>
        </dgm:presLayoutVars>
      </dgm:prSet>
      <dgm:spPr/>
    </dgm:pt>
    <dgm:pt modelId="{4DD00D58-E705-4A13-BC99-7E464D8467F0}" type="pres">
      <dgm:prSet presAssocID="{909FAD0C-9482-4F99-AEF2-795509149ED9}" presName="compNode" presStyleCnt="0"/>
      <dgm:spPr/>
    </dgm:pt>
    <dgm:pt modelId="{1BC6622E-7619-48AC-B667-ADBFD1ABA31E}" type="pres">
      <dgm:prSet presAssocID="{909FAD0C-9482-4F99-AEF2-795509149ED9}" presName="bgRect" presStyleLbl="bgShp" presStyleIdx="0" presStyleCnt="3"/>
      <dgm:spPr/>
    </dgm:pt>
    <dgm:pt modelId="{447C18DE-9CB9-43B9-A21B-B1D18F4B1BC9}" type="pres">
      <dgm:prSet presAssocID="{909FAD0C-9482-4F99-AEF2-795509149E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14C2355C-A4F7-4A4D-90F6-885CC7BF3D9F}" type="pres">
      <dgm:prSet presAssocID="{909FAD0C-9482-4F99-AEF2-795509149ED9}" presName="spaceRect" presStyleCnt="0"/>
      <dgm:spPr/>
    </dgm:pt>
    <dgm:pt modelId="{8C9A102F-EAF3-4580-9E78-70F2DAE95B65}" type="pres">
      <dgm:prSet presAssocID="{909FAD0C-9482-4F99-AEF2-795509149ED9}" presName="parTx" presStyleLbl="revTx" presStyleIdx="0" presStyleCnt="3">
        <dgm:presLayoutVars>
          <dgm:chMax val="0"/>
          <dgm:chPref val="0"/>
        </dgm:presLayoutVars>
      </dgm:prSet>
      <dgm:spPr/>
    </dgm:pt>
    <dgm:pt modelId="{F8829196-C01F-400D-8E79-D6DB30DEC305}" type="pres">
      <dgm:prSet presAssocID="{4F76483C-E0F0-414B-BC6B-35DD4C6DE4E9}" presName="sibTrans" presStyleCnt="0"/>
      <dgm:spPr/>
    </dgm:pt>
    <dgm:pt modelId="{018A10F4-118A-4703-B985-4009097E87FF}" type="pres">
      <dgm:prSet presAssocID="{A67BFC61-D331-4017-8E2B-FFAC3933D78D}" presName="compNode" presStyleCnt="0"/>
      <dgm:spPr/>
    </dgm:pt>
    <dgm:pt modelId="{F3AB81C7-FAF5-4D32-9E3A-BC8DF4D84F64}" type="pres">
      <dgm:prSet presAssocID="{A67BFC61-D331-4017-8E2B-FFAC3933D78D}" presName="bgRect" presStyleLbl="bgShp" presStyleIdx="1" presStyleCnt="3"/>
      <dgm:spPr/>
    </dgm:pt>
    <dgm:pt modelId="{18420AF0-5C48-48C3-B073-8E6A3B6666DE}" type="pres">
      <dgm:prSet presAssocID="{A67BFC61-D331-4017-8E2B-FFAC3933D7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0396A880-EC1D-4E19-A587-F4E582D88088}" type="pres">
      <dgm:prSet presAssocID="{A67BFC61-D331-4017-8E2B-FFAC3933D78D}" presName="spaceRect" presStyleCnt="0"/>
      <dgm:spPr/>
    </dgm:pt>
    <dgm:pt modelId="{4543E12A-2E18-4E70-B4DD-2A50FD68C8B9}" type="pres">
      <dgm:prSet presAssocID="{A67BFC61-D331-4017-8E2B-FFAC3933D78D}" presName="parTx" presStyleLbl="revTx" presStyleIdx="1" presStyleCnt="3">
        <dgm:presLayoutVars>
          <dgm:chMax val="0"/>
          <dgm:chPref val="0"/>
        </dgm:presLayoutVars>
      </dgm:prSet>
      <dgm:spPr/>
    </dgm:pt>
    <dgm:pt modelId="{24AFC069-49D6-4EA6-B4C8-B84920E6DB7D}" type="pres">
      <dgm:prSet presAssocID="{1F573DE0-266F-43EE-8782-1FA8E1750215}" presName="sibTrans" presStyleCnt="0"/>
      <dgm:spPr/>
    </dgm:pt>
    <dgm:pt modelId="{ADBB605D-8549-41E4-AE97-9E4A31546D85}" type="pres">
      <dgm:prSet presAssocID="{2BAAC984-6AF5-4D3A-89F7-E01E3008CE8C}" presName="compNode" presStyleCnt="0"/>
      <dgm:spPr/>
    </dgm:pt>
    <dgm:pt modelId="{526F2921-C0D7-4358-B438-3DD45EB26439}" type="pres">
      <dgm:prSet presAssocID="{2BAAC984-6AF5-4D3A-89F7-E01E3008CE8C}" presName="bgRect" presStyleLbl="bgShp" presStyleIdx="2" presStyleCnt="3"/>
      <dgm:spPr/>
    </dgm:pt>
    <dgm:pt modelId="{2CA8B7E2-6816-4F67-98DF-1D4520AD59C3}" type="pres">
      <dgm:prSet presAssocID="{2BAAC984-6AF5-4D3A-89F7-E01E3008CE8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B4FFF61-D16F-4712-90B0-F7AFC932AB8D}" type="pres">
      <dgm:prSet presAssocID="{2BAAC984-6AF5-4D3A-89F7-E01E3008CE8C}" presName="spaceRect" presStyleCnt="0"/>
      <dgm:spPr/>
    </dgm:pt>
    <dgm:pt modelId="{6D82FFA0-307E-4C32-8A41-DD2A3B5C407B}" type="pres">
      <dgm:prSet presAssocID="{2BAAC984-6AF5-4D3A-89F7-E01E3008CE8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A552B21-2CEA-473C-BCFF-0216713CA6C0}" type="presOf" srcId="{2BAAC984-6AF5-4D3A-89F7-E01E3008CE8C}" destId="{6D82FFA0-307E-4C32-8A41-DD2A3B5C407B}" srcOrd="0" destOrd="0" presId="urn:microsoft.com/office/officeart/2018/2/layout/IconVerticalSolidList"/>
    <dgm:cxn modelId="{FF96DE30-AA71-4DB6-B355-86F90E1FDEF4}" srcId="{66E5CA7C-8912-4D89-8855-CA0A67384156}" destId="{A67BFC61-D331-4017-8E2B-FFAC3933D78D}" srcOrd="1" destOrd="0" parTransId="{295E9272-16B2-41C5-9A1E-7E90694A1574}" sibTransId="{1F573DE0-266F-43EE-8782-1FA8E1750215}"/>
    <dgm:cxn modelId="{663D7D35-3515-4ACB-ABAF-537FDEF45A47}" type="presOf" srcId="{66E5CA7C-8912-4D89-8855-CA0A67384156}" destId="{CE608C47-6068-4E34-A050-3160C2B5F68B}" srcOrd="0" destOrd="0" presId="urn:microsoft.com/office/officeart/2018/2/layout/IconVerticalSolidList"/>
    <dgm:cxn modelId="{F39F7A79-A568-400B-B9DD-A98B634660D1}" srcId="{66E5CA7C-8912-4D89-8855-CA0A67384156}" destId="{2BAAC984-6AF5-4D3A-89F7-E01E3008CE8C}" srcOrd="2" destOrd="0" parTransId="{42D5F272-ED7D-43C7-81AA-E2C25DFCACF0}" sibTransId="{0B0409C1-DA09-42CE-ACDC-CA05C37D7E37}"/>
    <dgm:cxn modelId="{E1F6D8A6-3C66-48BE-BA62-E7AD1AF68A87}" srcId="{66E5CA7C-8912-4D89-8855-CA0A67384156}" destId="{909FAD0C-9482-4F99-AEF2-795509149ED9}" srcOrd="0" destOrd="0" parTransId="{459AECFC-D11C-4A27-993D-F77DA2F0E1D2}" sibTransId="{4F76483C-E0F0-414B-BC6B-35DD4C6DE4E9}"/>
    <dgm:cxn modelId="{AB335DAD-B964-419D-83C0-949828A8662F}" type="presOf" srcId="{A67BFC61-D331-4017-8E2B-FFAC3933D78D}" destId="{4543E12A-2E18-4E70-B4DD-2A50FD68C8B9}" srcOrd="0" destOrd="0" presId="urn:microsoft.com/office/officeart/2018/2/layout/IconVerticalSolidList"/>
    <dgm:cxn modelId="{B5D337BE-BA4A-46D1-9E1F-D859E323C5D3}" type="presOf" srcId="{909FAD0C-9482-4F99-AEF2-795509149ED9}" destId="{8C9A102F-EAF3-4580-9E78-70F2DAE95B65}" srcOrd="0" destOrd="0" presId="urn:microsoft.com/office/officeart/2018/2/layout/IconVerticalSolidList"/>
    <dgm:cxn modelId="{5381F113-CE18-4768-A162-02118A904466}" type="presParOf" srcId="{CE608C47-6068-4E34-A050-3160C2B5F68B}" destId="{4DD00D58-E705-4A13-BC99-7E464D8467F0}" srcOrd="0" destOrd="0" presId="urn:microsoft.com/office/officeart/2018/2/layout/IconVerticalSolidList"/>
    <dgm:cxn modelId="{C5BDD8BD-EBC5-4C38-91FB-A9D94882E6AD}" type="presParOf" srcId="{4DD00D58-E705-4A13-BC99-7E464D8467F0}" destId="{1BC6622E-7619-48AC-B667-ADBFD1ABA31E}" srcOrd="0" destOrd="0" presId="urn:microsoft.com/office/officeart/2018/2/layout/IconVerticalSolidList"/>
    <dgm:cxn modelId="{2BB789AD-0E2B-4AF8-9CFF-630413AB4FC4}" type="presParOf" srcId="{4DD00D58-E705-4A13-BC99-7E464D8467F0}" destId="{447C18DE-9CB9-43B9-A21B-B1D18F4B1BC9}" srcOrd="1" destOrd="0" presId="urn:microsoft.com/office/officeart/2018/2/layout/IconVerticalSolidList"/>
    <dgm:cxn modelId="{B14F203B-9D48-4C87-99B0-F5200FB5556A}" type="presParOf" srcId="{4DD00D58-E705-4A13-BC99-7E464D8467F0}" destId="{14C2355C-A4F7-4A4D-90F6-885CC7BF3D9F}" srcOrd="2" destOrd="0" presId="urn:microsoft.com/office/officeart/2018/2/layout/IconVerticalSolidList"/>
    <dgm:cxn modelId="{04A30F51-431A-4DA1-9F0E-2FAD2DB1084D}" type="presParOf" srcId="{4DD00D58-E705-4A13-BC99-7E464D8467F0}" destId="{8C9A102F-EAF3-4580-9E78-70F2DAE95B65}" srcOrd="3" destOrd="0" presId="urn:microsoft.com/office/officeart/2018/2/layout/IconVerticalSolidList"/>
    <dgm:cxn modelId="{C798E347-3B2D-41E5-AF6B-FD4E2651FE89}" type="presParOf" srcId="{CE608C47-6068-4E34-A050-3160C2B5F68B}" destId="{F8829196-C01F-400D-8E79-D6DB30DEC305}" srcOrd="1" destOrd="0" presId="urn:microsoft.com/office/officeart/2018/2/layout/IconVerticalSolidList"/>
    <dgm:cxn modelId="{4FEDA4A0-14CF-4E13-BF02-1CA6E520509F}" type="presParOf" srcId="{CE608C47-6068-4E34-A050-3160C2B5F68B}" destId="{018A10F4-118A-4703-B985-4009097E87FF}" srcOrd="2" destOrd="0" presId="urn:microsoft.com/office/officeart/2018/2/layout/IconVerticalSolidList"/>
    <dgm:cxn modelId="{B7AD8100-70A2-43A9-914C-AE5E569E0FB4}" type="presParOf" srcId="{018A10F4-118A-4703-B985-4009097E87FF}" destId="{F3AB81C7-FAF5-4D32-9E3A-BC8DF4D84F64}" srcOrd="0" destOrd="0" presId="urn:microsoft.com/office/officeart/2018/2/layout/IconVerticalSolidList"/>
    <dgm:cxn modelId="{AE90026B-1EA3-4550-8903-1FE180EF84FA}" type="presParOf" srcId="{018A10F4-118A-4703-B985-4009097E87FF}" destId="{18420AF0-5C48-48C3-B073-8E6A3B6666DE}" srcOrd="1" destOrd="0" presId="urn:microsoft.com/office/officeart/2018/2/layout/IconVerticalSolidList"/>
    <dgm:cxn modelId="{3742D390-D0E3-44B1-8F1C-E7018A795245}" type="presParOf" srcId="{018A10F4-118A-4703-B985-4009097E87FF}" destId="{0396A880-EC1D-4E19-A587-F4E582D88088}" srcOrd="2" destOrd="0" presId="urn:microsoft.com/office/officeart/2018/2/layout/IconVerticalSolidList"/>
    <dgm:cxn modelId="{93C4BC97-B9F7-460A-83D9-146DDD2DBE67}" type="presParOf" srcId="{018A10F4-118A-4703-B985-4009097E87FF}" destId="{4543E12A-2E18-4E70-B4DD-2A50FD68C8B9}" srcOrd="3" destOrd="0" presId="urn:microsoft.com/office/officeart/2018/2/layout/IconVerticalSolidList"/>
    <dgm:cxn modelId="{2A6B9780-A26A-49B9-8E46-EA9949DA91BE}" type="presParOf" srcId="{CE608C47-6068-4E34-A050-3160C2B5F68B}" destId="{24AFC069-49D6-4EA6-B4C8-B84920E6DB7D}" srcOrd="3" destOrd="0" presId="urn:microsoft.com/office/officeart/2018/2/layout/IconVerticalSolidList"/>
    <dgm:cxn modelId="{09CE6301-3885-4C1C-B8EE-FDF9FAFCBB25}" type="presParOf" srcId="{CE608C47-6068-4E34-A050-3160C2B5F68B}" destId="{ADBB605D-8549-41E4-AE97-9E4A31546D85}" srcOrd="4" destOrd="0" presId="urn:microsoft.com/office/officeart/2018/2/layout/IconVerticalSolidList"/>
    <dgm:cxn modelId="{D58EBD3B-4687-43CF-868A-78B0D7A893A9}" type="presParOf" srcId="{ADBB605D-8549-41E4-AE97-9E4A31546D85}" destId="{526F2921-C0D7-4358-B438-3DD45EB26439}" srcOrd="0" destOrd="0" presId="urn:microsoft.com/office/officeart/2018/2/layout/IconVerticalSolidList"/>
    <dgm:cxn modelId="{9066C709-F714-4DAD-8BC7-A2D478E8596E}" type="presParOf" srcId="{ADBB605D-8549-41E4-AE97-9E4A31546D85}" destId="{2CA8B7E2-6816-4F67-98DF-1D4520AD59C3}" srcOrd="1" destOrd="0" presId="urn:microsoft.com/office/officeart/2018/2/layout/IconVerticalSolidList"/>
    <dgm:cxn modelId="{D3D8316F-8818-41D4-87F4-406CEA457DC1}" type="presParOf" srcId="{ADBB605D-8549-41E4-AE97-9E4A31546D85}" destId="{3B4FFF61-D16F-4712-90B0-F7AFC932AB8D}" srcOrd="2" destOrd="0" presId="urn:microsoft.com/office/officeart/2018/2/layout/IconVerticalSolidList"/>
    <dgm:cxn modelId="{1267B10B-562A-42CC-A1F1-6B1EAD757D49}" type="presParOf" srcId="{ADBB605D-8549-41E4-AE97-9E4A31546D85}" destId="{6D82FFA0-307E-4C32-8A41-DD2A3B5C40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AFD07B-6E02-45A2-A65B-B95A26DD69B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65E8651-182E-4F87-A4F8-E6F6EE8860E6}">
      <dgm:prSet/>
      <dgm:spPr/>
      <dgm:t>
        <a:bodyPr/>
        <a:lstStyle/>
        <a:p>
          <a:r>
            <a:rPr lang="en-US" b="1"/>
            <a:t>Collect &amp; preprocess</a:t>
          </a:r>
          <a:r>
            <a:rPr lang="en-US"/>
            <a:t> NOAA Storm Events data (lat/long, event types).</a:t>
          </a:r>
        </a:p>
      </dgm:t>
    </dgm:pt>
    <dgm:pt modelId="{46E6C077-E197-4DA3-9326-123400832BC9}" type="parTrans" cxnId="{34E36A9A-117D-462D-98FE-A44BFAE3326B}">
      <dgm:prSet/>
      <dgm:spPr/>
      <dgm:t>
        <a:bodyPr/>
        <a:lstStyle/>
        <a:p>
          <a:endParaRPr lang="en-US"/>
        </a:p>
      </dgm:t>
    </dgm:pt>
    <dgm:pt modelId="{E03C8161-D88B-4A43-A14F-F4A3ED1F4877}" type="sibTrans" cxnId="{34E36A9A-117D-462D-98FE-A44BFAE3326B}">
      <dgm:prSet/>
      <dgm:spPr/>
      <dgm:t>
        <a:bodyPr/>
        <a:lstStyle/>
        <a:p>
          <a:endParaRPr lang="en-US"/>
        </a:p>
      </dgm:t>
    </dgm:pt>
    <dgm:pt modelId="{E23416D6-B5D1-47E7-83F2-DB52326C1819}">
      <dgm:prSet/>
      <dgm:spPr/>
      <dgm:t>
        <a:bodyPr/>
        <a:lstStyle/>
        <a:p>
          <a:r>
            <a:rPr lang="en-US" b="1"/>
            <a:t>Generate hazard maps</a:t>
          </a:r>
          <a:r>
            <a:rPr lang="en-US"/>
            <a:t> by converting storm locations into a 100×100 risk grid.</a:t>
          </a:r>
        </a:p>
      </dgm:t>
    </dgm:pt>
    <dgm:pt modelId="{6BC0D098-6B7D-4306-843D-96AEEC3E1EEE}" type="parTrans" cxnId="{CBE59F7D-37F5-4A51-90DA-CB7E4FA9440C}">
      <dgm:prSet/>
      <dgm:spPr/>
      <dgm:t>
        <a:bodyPr/>
        <a:lstStyle/>
        <a:p>
          <a:endParaRPr lang="en-US"/>
        </a:p>
      </dgm:t>
    </dgm:pt>
    <dgm:pt modelId="{BFE217A2-FA57-455A-89B0-48232909E6B9}" type="sibTrans" cxnId="{CBE59F7D-37F5-4A51-90DA-CB7E4FA9440C}">
      <dgm:prSet/>
      <dgm:spPr/>
      <dgm:t>
        <a:bodyPr/>
        <a:lstStyle/>
        <a:p>
          <a:endParaRPr lang="en-US"/>
        </a:p>
      </dgm:t>
    </dgm:pt>
    <dgm:pt modelId="{F0C7978E-80EB-4512-A60D-A05DBC7898E4}">
      <dgm:prSet/>
      <dgm:spPr/>
      <dgm:t>
        <a:bodyPr/>
        <a:lstStyle/>
        <a:p>
          <a:r>
            <a:rPr lang="en-US" b="1"/>
            <a:t>Visualize storm intensity</a:t>
          </a:r>
          <a:r>
            <a:rPr lang="en-US"/>
            <a:t> using heatmaps and 3D hazard surfaces.</a:t>
          </a:r>
        </a:p>
      </dgm:t>
    </dgm:pt>
    <dgm:pt modelId="{0DA27C29-FB98-4076-A172-31EB117EC29B}" type="parTrans" cxnId="{CD0C1529-AC08-4608-9C2D-8BB103FE6EF7}">
      <dgm:prSet/>
      <dgm:spPr/>
      <dgm:t>
        <a:bodyPr/>
        <a:lstStyle/>
        <a:p>
          <a:endParaRPr lang="en-US"/>
        </a:p>
      </dgm:t>
    </dgm:pt>
    <dgm:pt modelId="{508C9A04-CF89-4660-A92F-1FC32C2AD2AE}" type="sibTrans" cxnId="{CD0C1529-AC08-4608-9C2D-8BB103FE6EF7}">
      <dgm:prSet/>
      <dgm:spPr/>
      <dgm:t>
        <a:bodyPr/>
        <a:lstStyle/>
        <a:p>
          <a:endParaRPr lang="en-US"/>
        </a:p>
      </dgm:t>
    </dgm:pt>
    <dgm:pt modelId="{3F4AF8A4-9620-4DF1-8F8F-3A0FB67B1347}">
      <dgm:prSet/>
      <dgm:spPr/>
      <dgm:t>
        <a:bodyPr/>
        <a:lstStyle/>
        <a:p>
          <a:r>
            <a:rPr lang="en-US" b="1"/>
            <a:t>Implement UCS and A*</a:t>
          </a:r>
          <a:r>
            <a:rPr lang="en-US"/>
            <a:t> algorithms to compute evacuation routes.</a:t>
          </a:r>
        </a:p>
      </dgm:t>
    </dgm:pt>
    <dgm:pt modelId="{3CE954A7-913A-4443-9C2E-CD38B4376177}" type="parTrans" cxnId="{2963642D-9025-466D-9386-0DD2978A0A32}">
      <dgm:prSet/>
      <dgm:spPr/>
      <dgm:t>
        <a:bodyPr/>
        <a:lstStyle/>
        <a:p>
          <a:endParaRPr lang="en-US"/>
        </a:p>
      </dgm:t>
    </dgm:pt>
    <dgm:pt modelId="{0D64C3B0-92E1-4C79-B9D2-F349F432B5E9}" type="sibTrans" cxnId="{2963642D-9025-466D-9386-0DD2978A0A32}">
      <dgm:prSet/>
      <dgm:spPr/>
      <dgm:t>
        <a:bodyPr/>
        <a:lstStyle/>
        <a:p>
          <a:endParaRPr lang="en-US"/>
        </a:p>
      </dgm:t>
    </dgm:pt>
    <dgm:pt modelId="{5B03FB61-527A-4851-B0A4-B32B7BA3212A}">
      <dgm:prSet/>
      <dgm:spPr/>
      <dgm:t>
        <a:bodyPr/>
        <a:lstStyle/>
        <a:p>
          <a:r>
            <a:rPr lang="en-US" b="1"/>
            <a:t>Compare algorithm performance</a:t>
          </a:r>
          <a:r>
            <a:rPr lang="en-US"/>
            <a:t> based on path cost, safety, and runtime.</a:t>
          </a:r>
        </a:p>
      </dgm:t>
    </dgm:pt>
    <dgm:pt modelId="{95DD776D-F2DC-4B5E-8045-F1EB1F3506FE}" type="parTrans" cxnId="{C98F3F64-ECAB-4873-9FF2-77BBC6F9A2CB}">
      <dgm:prSet/>
      <dgm:spPr/>
      <dgm:t>
        <a:bodyPr/>
        <a:lstStyle/>
        <a:p>
          <a:endParaRPr lang="en-US"/>
        </a:p>
      </dgm:t>
    </dgm:pt>
    <dgm:pt modelId="{DBA45A40-EE84-498D-B60C-B5E84DE540E7}" type="sibTrans" cxnId="{C98F3F64-ECAB-4873-9FF2-77BBC6F9A2CB}">
      <dgm:prSet/>
      <dgm:spPr/>
      <dgm:t>
        <a:bodyPr/>
        <a:lstStyle/>
        <a:p>
          <a:endParaRPr lang="en-US"/>
        </a:p>
      </dgm:t>
    </dgm:pt>
    <dgm:pt modelId="{A85BDBBE-9249-4D39-A03C-D7280E0FF4BE}">
      <dgm:prSet/>
      <dgm:spPr/>
      <dgm:t>
        <a:bodyPr/>
        <a:lstStyle/>
        <a:p>
          <a:r>
            <a:rPr lang="en-US" b="1"/>
            <a:t>Select optimal route</a:t>
          </a:r>
          <a:r>
            <a:rPr lang="en-US"/>
            <a:t> that minimizes exposure to hazardous zones.</a:t>
          </a:r>
        </a:p>
      </dgm:t>
    </dgm:pt>
    <dgm:pt modelId="{54B61450-DED0-4FC6-AC73-A024F977D6B8}" type="parTrans" cxnId="{5516EC23-8C42-44F6-9C66-AF19C82ACFDA}">
      <dgm:prSet/>
      <dgm:spPr/>
      <dgm:t>
        <a:bodyPr/>
        <a:lstStyle/>
        <a:p>
          <a:endParaRPr lang="en-US"/>
        </a:p>
      </dgm:t>
    </dgm:pt>
    <dgm:pt modelId="{EC3C82DD-B048-4E63-B53A-EB883F7B5BDD}" type="sibTrans" cxnId="{5516EC23-8C42-44F6-9C66-AF19C82ACFDA}">
      <dgm:prSet/>
      <dgm:spPr/>
      <dgm:t>
        <a:bodyPr/>
        <a:lstStyle/>
        <a:p>
          <a:endParaRPr lang="en-US"/>
        </a:p>
      </dgm:t>
    </dgm:pt>
    <dgm:pt modelId="{67469E91-FECC-054A-A2EA-A06A15789E91}" type="pres">
      <dgm:prSet presAssocID="{B3AFD07B-6E02-45A2-A65B-B95A26DD69B7}" presName="Name0" presStyleCnt="0">
        <dgm:presLayoutVars>
          <dgm:dir/>
          <dgm:resizeHandles val="exact"/>
        </dgm:presLayoutVars>
      </dgm:prSet>
      <dgm:spPr/>
    </dgm:pt>
    <dgm:pt modelId="{4AC07A1E-8688-5549-BB10-BFCEC594736C}" type="pres">
      <dgm:prSet presAssocID="{365E8651-182E-4F87-A4F8-E6F6EE8860E6}" presName="node" presStyleLbl="node1" presStyleIdx="0" presStyleCnt="6">
        <dgm:presLayoutVars>
          <dgm:bulletEnabled val="1"/>
        </dgm:presLayoutVars>
      </dgm:prSet>
      <dgm:spPr/>
    </dgm:pt>
    <dgm:pt modelId="{C32B9B33-7109-5646-83AC-24CF3F6AA124}" type="pres">
      <dgm:prSet presAssocID="{E03C8161-D88B-4A43-A14F-F4A3ED1F4877}" presName="sibTrans" presStyleLbl="sibTrans1D1" presStyleIdx="0" presStyleCnt="5"/>
      <dgm:spPr/>
    </dgm:pt>
    <dgm:pt modelId="{1373E32B-F8B5-7B48-B86C-86CBDFA23767}" type="pres">
      <dgm:prSet presAssocID="{E03C8161-D88B-4A43-A14F-F4A3ED1F4877}" presName="connectorText" presStyleLbl="sibTrans1D1" presStyleIdx="0" presStyleCnt="5"/>
      <dgm:spPr/>
    </dgm:pt>
    <dgm:pt modelId="{D6C39298-D7A3-A140-9996-AB18E83FF5F3}" type="pres">
      <dgm:prSet presAssocID="{E23416D6-B5D1-47E7-83F2-DB52326C1819}" presName="node" presStyleLbl="node1" presStyleIdx="1" presStyleCnt="6">
        <dgm:presLayoutVars>
          <dgm:bulletEnabled val="1"/>
        </dgm:presLayoutVars>
      </dgm:prSet>
      <dgm:spPr/>
    </dgm:pt>
    <dgm:pt modelId="{469B2E6B-1FEE-9742-B1EE-F02CE7F119A0}" type="pres">
      <dgm:prSet presAssocID="{BFE217A2-FA57-455A-89B0-48232909E6B9}" presName="sibTrans" presStyleLbl="sibTrans1D1" presStyleIdx="1" presStyleCnt="5"/>
      <dgm:spPr/>
    </dgm:pt>
    <dgm:pt modelId="{F2B6B408-D8A5-BA42-A1D7-D79FE3F6F5D6}" type="pres">
      <dgm:prSet presAssocID="{BFE217A2-FA57-455A-89B0-48232909E6B9}" presName="connectorText" presStyleLbl="sibTrans1D1" presStyleIdx="1" presStyleCnt="5"/>
      <dgm:spPr/>
    </dgm:pt>
    <dgm:pt modelId="{F872C230-68FE-C14A-A3BE-0E2720BAE939}" type="pres">
      <dgm:prSet presAssocID="{F0C7978E-80EB-4512-A60D-A05DBC7898E4}" presName="node" presStyleLbl="node1" presStyleIdx="2" presStyleCnt="6">
        <dgm:presLayoutVars>
          <dgm:bulletEnabled val="1"/>
        </dgm:presLayoutVars>
      </dgm:prSet>
      <dgm:spPr/>
    </dgm:pt>
    <dgm:pt modelId="{9E6CB957-73E0-DE49-AD18-EAE71450B2A7}" type="pres">
      <dgm:prSet presAssocID="{508C9A04-CF89-4660-A92F-1FC32C2AD2AE}" presName="sibTrans" presStyleLbl="sibTrans1D1" presStyleIdx="2" presStyleCnt="5"/>
      <dgm:spPr/>
    </dgm:pt>
    <dgm:pt modelId="{094F6DCC-A738-554F-854E-1398D00B2C8C}" type="pres">
      <dgm:prSet presAssocID="{508C9A04-CF89-4660-A92F-1FC32C2AD2AE}" presName="connectorText" presStyleLbl="sibTrans1D1" presStyleIdx="2" presStyleCnt="5"/>
      <dgm:spPr/>
    </dgm:pt>
    <dgm:pt modelId="{179549D7-CA8F-8249-B75E-C7E361AF5E92}" type="pres">
      <dgm:prSet presAssocID="{3F4AF8A4-9620-4DF1-8F8F-3A0FB67B1347}" presName="node" presStyleLbl="node1" presStyleIdx="3" presStyleCnt="6">
        <dgm:presLayoutVars>
          <dgm:bulletEnabled val="1"/>
        </dgm:presLayoutVars>
      </dgm:prSet>
      <dgm:spPr/>
    </dgm:pt>
    <dgm:pt modelId="{2856F4E0-2B4D-724B-B7D8-B053D2F69B69}" type="pres">
      <dgm:prSet presAssocID="{0D64C3B0-92E1-4C79-B9D2-F349F432B5E9}" presName="sibTrans" presStyleLbl="sibTrans1D1" presStyleIdx="3" presStyleCnt="5"/>
      <dgm:spPr/>
    </dgm:pt>
    <dgm:pt modelId="{01F46258-40F4-FD43-BF24-F0864842D671}" type="pres">
      <dgm:prSet presAssocID="{0D64C3B0-92E1-4C79-B9D2-F349F432B5E9}" presName="connectorText" presStyleLbl="sibTrans1D1" presStyleIdx="3" presStyleCnt="5"/>
      <dgm:spPr/>
    </dgm:pt>
    <dgm:pt modelId="{5DDA7265-FEEB-1445-8B2D-03CFC41A8DE9}" type="pres">
      <dgm:prSet presAssocID="{5B03FB61-527A-4851-B0A4-B32B7BA3212A}" presName="node" presStyleLbl="node1" presStyleIdx="4" presStyleCnt="6">
        <dgm:presLayoutVars>
          <dgm:bulletEnabled val="1"/>
        </dgm:presLayoutVars>
      </dgm:prSet>
      <dgm:spPr/>
    </dgm:pt>
    <dgm:pt modelId="{8F12E55D-0160-9546-BDDA-18317B199662}" type="pres">
      <dgm:prSet presAssocID="{DBA45A40-EE84-498D-B60C-B5E84DE540E7}" presName="sibTrans" presStyleLbl="sibTrans1D1" presStyleIdx="4" presStyleCnt="5"/>
      <dgm:spPr/>
    </dgm:pt>
    <dgm:pt modelId="{FD89366F-CC3C-6041-8A6F-799A09F651FA}" type="pres">
      <dgm:prSet presAssocID="{DBA45A40-EE84-498D-B60C-B5E84DE540E7}" presName="connectorText" presStyleLbl="sibTrans1D1" presStyleIdx="4" presStyleCnt="5"/>
      <dgm:spPr/>
    </dgm:pt>
    <dgm:pt modelId="{532F24DF-8B8B-9D40-9EF8-BE22B11FCF1F}" type="pres">
      <dgm:prSet presAssocID="{A85BDBBE-9249-4D39-A03C-D7280E0FF4BE}" presName="node" presStyleLbl="node1" presStyleIdx="5" presStyleCnt="6">
        <dgm:presLayoutVars>
          <dgm:bulletEnabled val="1"/>
        </dgm:presLayoutVars>
      </dgm:prSet>
      <dgm:spPr/>
    </dgm:pt>
  </dgm:ptLst>
  <dgm:cxnLst>
    <dgm:cxn modelId="{5516EC23-8C42-44F6-9C66-AF19C82ACFDA}" srcId="{B3AFD07B-6E02-45A2-A65B-B95A26DD69B7}" destId="{A85BDBBE-9249-4D39-A03C-D7280E0FF4BE}" srcOrd="5" destOrd="0" parTransId="{54B61450-DED0-4FC6-AC73-A024F977D6B8}" sibTransId="{EC3C82DD-B048-4E63-B53A-EB883F7B5BDD}"/>
    <dgm:cxn modelId="{E7FD2126-B4F5-954A-A2C2-4F8BBBB419F9}" type="presOf" srcId="{F0C7978E-80EB-4512-A60D-A05DBC7898E4}" destId="{F872C230-68FE-C14A-A3BE-0E2720BAE939}" srcOrd="0" destOrd="0" presId="urn:microsoft.com/office/officeart/2016/7/layout/RepeatingBendingProcessNew"/>
    <dgm:cxn modelId="{CD0C1529-AC08-4608-9C2D-8BB103FE6EF7}" srcId="{B3AFD07B-6E02-45A2-A65B-B95A26DD69B7}" destId="{F0C7978E-80EB-4512-A60D-A05DBC7898E4}" srcOrd="2" destOrd="0" parTransId="{0DA27C29-FB98-4076-A172-31EB117EC29B}" sibTransId="{508C9A04-CF89-4660-A92F-1FC32C2AD2AE}"/>
    <dgm:cxn modelId="{2963642D-9025-466D-9386-0DD2978A0A32}" srcId="{B3AFD07B-6E02-45A2-A65B-B95A26DD69B7}" destId="{3F4AF8A4-9620-4DF1-8F8F-3A0FB67B1347}" srcOrd="3" destOrd="0" parTransId="{3CE954A7-913A-4443-9C2E-CD38B4376177}" sibTransId="{0D64C3B0-92E1-4C79-B9D2-F349F432B5E9}"/>
    <dgm:cxn modelId="{A96EB131-0468-AA43-85C9-4B4C851BEF86}" type="presOf" srcId="{0D64C3B0-92E1-4C79-B9D2-F349F432B5E9}" destId="{01F46258-40F4-FD43-BF24-F0864842D671}" srcOrd="1" destOrd="0" presId="urn:microsoft.com/office/officeart/2016/7/layout/RepeatingBendingProcessNew"/>
    <dgm:cxn modelId="{F853D03F-2ABE-084E-90A4-88595620CD5C}" type="presOf" srcId="{DBA45A40-EE84-498D-B60C-B5E84DE540E7}" destId="{FD89366F-CC3C-6041-8A6F-799A09F651FA}" srcOrd="1" destOrd="0" presId="urn:microsoft.com/office/officeart/2016/7/layout/RepeatingBendingProcessNew"/>
    <dgm:cxn modelId="{5CBF5242-FE93-8242-BCE9-00087CA8488C}" type="presOf" srcId="{B3AFD07B-6E02-45A2-A65B-B95A26DD69B7}" destId="{67469E91-FECC-054A-A2EA-A06A15789E91}" srcOrd="0" destOrd="0" presId="urn:microsoft.com/office/officeart/2016/7/layout/RepeatingBendingProcessNew"/>
    <dgm:cxn modelId="{D81F3546-06A3-0A43-A115-8BDA00CF7484}" type="presOf" srcId="{508C9A04-CF89-4660-A92F-1FC32C2AD2AE}" destId="{9E6CB957-73E0-DE49-AD18-EAE71450B2A7}" srcOrd="0" destOrd="0" presId="urn:microsoft.com/office/officeart/2016/7/layout/RepeatingBendingProcessNew"/>
    <dgm:cxn modelId="{69085F50-07F8-CC40-8863-0918D28062A5}" type="presOf" srcId="{BFE217A2-FA57-455A-89B0-48232909E6B9}" destId="{469B2E6B-1FEE-9742-B1EE-F02CE7F119A0}" srcOrd="0" destOrd="0" presId="urn:microsoft.com/office/officeart/2016/7/layout/RepeatingBendingProcessNew"/>
    <dgm:cxn modelId="{7153B157-5B95-E449-B8E4-8AA9C3A231DA}" type="presOf" srcId="{3F4AF8A4-9620-4DF1-8F8F-3A0FB67B1347}" destId="{179549D7-CA8F-8249-B75E-C7E361AF5E92}" srcOrd="0" destOrd="0" presId="urn:microsoft.com/office/officeart/2016/7/layout/RepeatingBendingProcessNew"/>
    <dgm:cxn modelId="{C98F3F64-ECAB-4873-9FF2-77BBC6F9A2CB}" srcId="{B3AFD07B-6E02-45A2-A65B-B95A26DD69B7}" destId="{5B03FB61-527A-4851-B0A4-B32B7BA3212A}" srcOrd="4" destOrd="0" parTransId="{95DD776D-F2DC-4B5E-8045-F1EB1F3506FE}" sibTransId="{DBA45A40-EE84-498D-B60C-B5E84DE540E7}"/>
    <dgm:cxn modelId="{58D9A568-6163-244B-BB2B-6EC6D489F14E}" type="presOf" srcId="{508C9A04-CF89-4660-A92F-1FC32C2AD2AE}" destId="{094F6DCC-A738-554F-854E-1398D00B2C8C}" srcOrd="1" destOrd="0" presId="urn:microsoft.com/office/officeart/2016/7/layout/RepeatingBendingProcessNew"/>
    <dgm:cxn modelId="{27C70C71-1E97-F04B-A8C3-F8F1C063386D}" type="presOf" srcId="{E03C8161-D88B-4A43-A14F-F4A3ED1F4877}" destId="{1373E32B-F8B5-7B48-B86C-86CBDFA23767}" srcOrd="1" destOrd="0" presId="urn:microsoft.com/office/officeart/2016/7/layout/RepeatingBendingProcessNew"/>
    <dgm:cxn modelId="{CBE59F7D-37F5-4A51-90DA-CB7E4FA9440C}" srcId="{B3AFD07B-6E02-45A2-A65B-B95A26DD69B7}" destId="{E23416D6-B5D1-47E7-83F2-DB52326C1819}" srcOrd="1" destOrd="0" parTransId="{6BC0D098-6B7D-4306-843D-96AEEC3E1EEE}" sibTransId="{BFE217A2-FA57-455A-89B0-48232909E6B9}"/>
    <dgm:cxn modelId="{C6DE718D-F4F5-5E4C-A05D-9B5F61992B0D}" type="presOf" srcId="{DBA45A40-EE84-498D-B60C-B5E84DE540E7}" destId="{8F12E55D-0160-9546-BDDA-18317B199662}" srcOrd="0" destOrd="0" presId="urn:microsoft.com/office/officeart/2016/7/layout/RepeatingBendingProcessNew"/>
    <dgm:cxn modelId="{8615F691-D352-884D-A957-8BD7CD82482B}" type="presOf" srcId="{E23416D6-B5D1-47E7-83F2-DB52326C1819}" destId="{D6C39298-D7A3-A140-9996-AB18E83FF5F3}" srcOrd="0" destOrd="0" presId="urn:microsoft.com/office/officeart/2016/7/layout/RepeatingBendingProcessNew"/>
    <dgm:cxn modelId="{22D70299-DD51-1D4E-81D2-6433875834F0}" type="presOf" srcId="{A85BDBBE-9249-4D39-A03C-D7280E0FF4BE}" destId="{532F24DF-8B8B-9D40-9EF8-BE22B11FCF1F}" srcOrd="0" destOrd="0" presId="urn:microsoft.com/office/officeart/2016/7/layout/RepeatingBendingProcessNew"/>
    <dgm:cxn modelId="{34E36A9A-117D-462D-98FE-A44BFAE3326B}" srcId="{B3AFD07B-6E02-45A2-A65B-B95A26DD69B7}" destId="{365E8651-182E-4F87-A4F8-E6F6EE8860E6}" srcOrd="0" destOrd="0" parTransId="{46E6C077-E197-4DA3-9326-123400832BC9}" sibTransId="{E03C8161-D88B-4A43-A14F-F4A3ED1F4877}"/>
    <dgm:cxn modelId="{8EA19F9F-648D-2F4E-9B1C-393D1A7A827A}" type="presOf" srcId="{365E8651-182E-4F87-A4F8-E6F6EE8860E6}" destId="{4AC07A1E-8688-5549-BB10-BFCEC594736C}" srcOrd="0" destOrd="0" presId="urn:microsoft.com/office/officeart/2016/7/layout/RepeatingBendingProcessNew"/>
    <dgm:cxn modelId="{BE45C1A7-4E8E-9F43-BC62-62F4160AD1AA}" type="presOf" srcId="{E03C8161-D88B-4A43-A14F-F4A3ED1F4877}" destId="{C32B9B33-7109-5646-83AC-24CF3F6AA124}" srcOrd="0" destOrd="0" presId="urn:microsoft.com/office/officeart/2016/7/layout/RepeatingBendingProcessNew"/>
    <dgm:cxn modelId="{F50F51CC-33A5-634D-A129-73D7B7D234D6}" type="presOf" srcId="{BFE217A2-FA57-455A-89B0-48232909E6B9}" destId="{F2B6B408-D8A5-BA42-A1D7-D79FE3F6F5D6}" srcOrd="1" destOrd="0" presId="urn:microsoft.com/office/officeart/2016/7/layout/RepeatingBendingProcessNew"/>
    <dgm:cxn modelId="{78C5B3D5-A5B1-494C-A768-4B5AFEB1A4E7}" type="presOf" srcId="{5B03FB61-527A-4851-B0A4-B32B7BA3212A}" destId="{5DDA7265-FEEB-1445-8B2D-03CFC41A8DE9}" srcOrd="0" destOrd="0" presId="urn:microsoft.com/office/officeart/2016/7/layout/RepeatingBendingProcessNew"/>
    <dgm:cxn modelId="{C8C14EFA-B106-DC43-AB24-7ABB42F0B945}" type="presOf" srcId="{0D64C3B0-92E1-4C79-B9D2-F349F432B5E9}" destId="{2856F4E0-2B4D-724B-B7D8-B053D2F69B69}" srcOrd="0" destOrd="0" presId="urn:microsoft.com/office/officeart/2016/7/layout/RepeatingBendingProcessNew"/>
    <dgm:cxn modelId="{C941388F-CE4A-2344-9CCB-31A4F39D9504}" type="presParOf" srcId="{67469E91-FECC-054A-A2EA-A06A15789E91}" destId="{4AC07A1E-8688-5549-BB10-BFCEC594736C}" srcOrd="0" destOrd="0" presId="urn:microsoft.com/office/officeart/2016/7/layout/RepeatingBendingProcessNew"/>
    <dgm:cxn modelId="{36B9AFC1-42B6-AA45-B746-22C42F8B3EE3}" type="presParOf" srcId="{67469E91-FECC-054A-A2EA-A06A15789E91}" destId="{C32B9B33-7109-5646-83AC-24CF3F6AA124}" srcOrd="1" destOrd="0" presId="urn:microsoft.com/office/officeart/2016/7/layout/RepeatingBendingProcessNew"/>
    <dgm:cxn modelId="{94928F10-3339-2143-B1C9-F11F04A435E1}" type="presParOf" srcId="{C32B9B33-7109-5646-83AC-24CF3F6AA124}" destId="{1373E32B-F8B5-7B48-B86C-86CBDFA23767}" srcOrd="0" destOrd="0" presId="urn:microsoft.com/office/officeart/2016/7/layout/RepeatingBendingProcessNew"/>
    <dgm:cxn modelId="{020B7273-DA82-3D42-A1C1-9B48B2279CF5}" type="presParOf" srcId="{67469E91-FECC-054A-A2EA-A06A15789E91}" destId="{D6C39298-D7A3-A140-9996-AB18E83FF5F3}" srcOrd="2" destOrd="0" presId="urn:microsoft.com/office/officeart/2016/7/layout/RepeatingBendingProcessNew"/>
    <dgm:cxn modelId="{6318863D-2EA7-9B4B-8DFA-837520E7D798}" type="presParOf" srcId="{67469E91-FECC-054A-A2EA-A06A15789E91}" destId="{469B2E6B-1FEE-9742-B1EE-F02CE7F119A0}" srcOrd="3" destOrd="0" presId="urn:microsoft.com/office/officeart/2016/7/layout/RepeatingBendingProcessNew"/>
    <dgm:cxn modelId="{D111555E-9F52-124D-AA35-C6649CCFD001}" type="presParOf" srcId="{469B2E6B-1FEE-9742-B1EE-F02CE7F119A0}" destId="{F2B6B408-D8A5-BA42-A1D7-D79FE3F6F5D6}" srcOrd="0" destOrd="0" presId="urn:microsoft.com/office/officeart/2016/7/layout/RepeatingBendingProcessNew"/>
    <dgm:cxn modelId="{4F004C8A-5185-F54E-AA43-02D3BE7FCD31}" type="presParOf" srcId="{67469E91-FECC-054A-A2EA-A06A15789E91}" destId="{F872C230-68FE-C14A-A3BE-0E2720BAE939}" srcOrd="4" destOrd="0" presId="urn:microsoft.com/office/officeart/2016/7/layout/RepeatingBendingProcessNew"/>
    <dgm:cxn modelId="{C274B40E-C70D-E34A-A2A9-9C4CB6457E9D}" type="presParOf" srcId="{67469E91-FECC-054A-A2EA-A06A15789E91}" destId="{9E6CB957-73E0-DE49-AD18-EAE71450B2A7}" srcOrd="5" destOrd="0" presId="urn:microsoft.com/office/officeart/2016/7/layout/RepeatingBendingProcessNew"/>
    <dgm:cxn modelId="{78503A14-677A-2840-83F9-053B281174AF}" type="presParOf" srcId="{9E6CB957-73E0-DE49-AD18-EAE71450B2A7}" destId="{094F6DCC-A738-554F-854E-1398D00B2C8C}" srcOrd="0" destOrd="0" presId="urn:microsoft.com/office/officeart/2016/7/layout/RepeatingBendingProcessNew"/>
    <dgm:cxn modelId="{F64C53D0-6EA3-8348-B438-53220B3F1499}" type="presParOf" srcId="{67469E91-FECC-054A-A2EA-A06A15789E91}" destId="{179549D7-CA8F-8249-B75E-C7E361AF5E92}" srcOrd="6" destOrd="0" presId="urn:microsoft.com/office/officeart/2016/7/layout/RepeatingBendingProcessNew"/>
    <dgm:cxn modelId="{090FB6B4-D6F5-BE41-A66E-B08A081E5F50}" type="presParOf" srcId="{67469E91-FECC-054A-A2EA-A06A15789E91}" destId="{2856F4E0-2B4D-724B-B7D8-B053D2F69B69}" srcOrd="7" destOrd="0" presId="urn:microsoft.com/office/officeart/2016/7/layout/RepeatingBendingProcessNew"/>
    <dgm:cxn modelId="{CF4BFB4C-D80E-C043-AC7E-6676A79E8FF6}" type="presParOf" srcId="{2856F4E0-2B4D-724B-B7D8-B053D2F69B69}" destId="{01F46258-40F4-FD43-BF24-F0864842D671}" srcOrd="0" destOrd="0" presId="urn:microsoft.com/office/officeart/2016/7/layout/RepeatingBendingProcessNew"/>
    <dgm:cxn modelId="{474DB655-E5F8-A84E-AB16-C8A47F085D0E}" type="presParOf" srcId="{67469E91-FECC-054A-A2EA-A06A15789E91}" destId="{5DDA7265-FEEB-1445-8B2D-03CFC41A8DE9}" srcOrd="8" destOrd="0" presId="urn:microsoft.com/office/officeart/2016/7/layout/RepeatingBendingProcessNew"/>
    <dgm:cxn modelId="{FBF21641-D58B-014C-BE77-8F3E4C8B62D2}" type="presParOf" srcId="{67469E91-FECC-054A-A2EA-A06A15789E91}" destId="{8F12E55D-0160-9546-BDDA-18317B199662}" srcOrd="9" destOrd="0" presId="urn:microsoft.com/office/officeart/2016/7/layout/RepeatingBendingProcessNew"/>
    <dgm:cxn modelId="{956B68E8-7BC5-844F-9D54-8CCAFFDD349F}" type="presParOf" srcId="{8F12E55D-0160-9546-BDDA-18317B199662}" destId="{FD89366F-CC3C-6041-8A6F-799A09F651FA}" srcOrd="0" destOrd="0" presId="urn:microsoft.com/office/officeart/2016/7/layout/RepeatingBendingProcessNew"/>
    <dgm:cxn modelId="{B3B56EB7-0531-0446-8DDA-B72F5E32533D}" type="presParOf" srcId="{67469E91-FECC-054A-A2EA-A06A15789E91}" destId="{532F24DF-8B8B-9D40-9EF8-BE22B11FCF1F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397330-967E-4217-A2E3-EC4E75C1252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1DC3DA-97EC-49AD-8E0B-E2571E2401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Preprocessed NOAA Storm Dataset</a:t>
          </a:r>
          <a:br>
            <a:rPr lang="en-US"/>
          </a:br>
          <a:r>
            <a:rPr lang="en-US"/>
            <a:t>Cleaned and filtered storm event records for analysis.</a:t>
          </a:r>
        </a:p>
      </dgm:t>
    </dgm:pt>
    <dgm:pt modelId="{094A0968-5CF5-4F9E-9774-E119052A2E8A}" type="parTrans" cxnId="{71762919-5BEC-42F5-9F0F-8A20054C122A}">
      <dgm:prSet/>
      <dgm:spPr/>
      <dgm:t>
        <a:bodyPr/>
        <a:lstStyle/>
        <a:p>
          <a:endParaRPr lang="en-US"/>
        </a:p>
      </dgm:t>
    </dgm:pt>
    <dgm:pt modelId="{8BDFCA1C-03C2-46DB-ADA5-E5D592B3E0EB}" type="sibTrans" cxnId="{71762919-5BEC-42F5-9F0F-8A20054C122A}">
      <dgm:prSet/>
      <dgm:spPr/>
      <dgm:t>
        <a:bodyPr/>
        <a:lstStyle/>
        <a:p>
          <a:endParaRPr lang="en-US"/>
        </a:p>
      </dgm:t>
    </dgm:pt>
    <dgm:pt modelId="{61B62AAF-E2F1-4E49-B201-A686ACC1ED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Hazard Maps &amp; Visualizations</a:t>
          </a:r>
          <a:br>
            <a:rPr lang="en-US"/>
          </a:br>
          <a:r>
            <a:rPr lang="en-US"/>
            <a:t>Heatmaps, density plots, and 3D hazard surfaces showing storm intensity.</a:t>
          </a:r>
        </a:p>
      </dgm:t>
    </dgm:pt>
    <dgm:pt modelId="{105A9A40-21FD-469A-83C0-78412AA8312B}" type="parTrans" cxnId="{B5BA210B-C47D-4B95-BB5D-3A86946DA09F}">
      <dgm:prSet/>
      <dgm:spPr/>
      <dgm:t>
        <a:bodyPr/>
        <a:lstStyle/>
        <a:p>
          <a:endParaRPr lang="en-US"/>
        </a:p>
      </dgm:t>
    </dgm:pt>
    <dgm:pt modelId="{045CAAA7-3723-4CBA-A7EA-647C8712566D}" type="sibTrans" cxnId="{B5BA210B-C47D-4B95-BB5D-3A86946DA09F}">
      <dgm:prSet/>
      <dgm:spPr/>
      <dgm:t>
        <a:bodyPr/>
        <a:lstStyle/>
        <a:p>
          <a:endParaRPr lang="en-US"/>
        </a:p>
      </dgm:t>
    </dgm:pt>
    <dgm:pt modelId="{9711B20F-FB3C-4843-BE4D-5FFA7C91BC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Pathfinding Algorithms Implementation</a:t>
          </a:r>
          <a:br>
            <a:rPr lang="en-US"/>
          </a:br>
          <a:r>
            <a:rPr lang="en-US"/>
            <a:t>UCS and A*–based evacuation route computation.</a:t>
          </a:r>
        </a:p>
      </dgm:t>
    </dgm:pt>
    <dgm:pt modelId="{8B315737-0929-4D65-95D3-85CC112E8028}" type="parTrans" cxnId="{4FA1B899-DC42-4582-9D78-1190156372CE}">
      <dgm:prSet/>
      <dgm:spPr/>
      <dgm:t>
        <a:bodyPr/>
        <a:lstStyle/>
        <a:p>
          <a:endParaRPr lang="en-US"/>
        </a:p>
      </dgm:t>
    </dgm:pt>
    <dgm:pt modelId="{F8CEDC60-51C7-444E-8866-D6857CF9CDFC}" type="sibTrans" cxnId="{4FA1B899-DC42-4582-9D78-1190156372CE}">
      <dgm:prSet/>
      <dgm:spPr/>
      <dgm:t>
        <a:bodyPr/>
        <a:lstStyle/>
        <a:p>
          <a:endParaRPr lang="en-US"/>
        </a:p>
      </dgm:t>
    </dgm:pt>
    <dgm:pt modelId="{62175189-B26E-4F4E-941A-6FD692434C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Evacuation Route Comparison</a:t>
          </a:r>
          <a:br>
            <a:rPr lang="en-US"/>
          </a:br>
          <a:r>
            <a:rPr lang="en-US"/>
            <a:t>Metrics table, bar charts, and route overlay visualizations.</a:t>
          </a:r>
        </a:p>
      </dgm:t>
    </dgm:pt>
    <dgm:pt modelId="{A6537196-DA37-4E59-8113-14A10D76A10A}" type="parTrans" cxnId="{2D970363-F6EB-48AA-832C-7E5E6F1ACE53}">
      <dgm:prSet/>
      <dgm:spPr/>
      <dgm:t>
        <a:bodyPr/>
        <a:lstStyle/>
        <a:p>
          <a:endParaRPr lang="en-US"/>
        </a:p>
      </dgm:t>
    </dgm:pt>
    <dgm:pt modelId="{3CDC4AD2-6F0C-4DCA-8080-17CEDC0AD88C}" type="sibTrans" cxnId="{2D970363-F6EB-48AA-832C-7E5E6F1ACE53}">
      <dgm:prSet/>
      <dgm:spPr/>
      <dgm:t>
        <a:bodyPr/>
        <a:lstStyle/>
        <a:p>
          <a:endParaRPr lang="en-US"/>
        </a:p>
      </dgm:t>
    </dgm:pt>
    <dgm:pt modelId="{A0838973-0EF4-42D3-AE8D-C8DBDFA9FF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Final Project Report &amp; Presentation</a:t>
          </a:r>
          <a:br>
            <a:rPr lang="en-US"/>
          </a:br>
          <a:r>
            <a:rPr lang="en-US"/>
            <a:t>Summary of methodology, results, and key insights.</a:t>
          </a:r>
        </a:p>
      </dgm:t>
    </dgm:pt>
    <dgm:pt modelId="{3BE1B4DA-3946-4AB9-8C46-DDAE6878BCE1}" type="parTrans" cxnId="{E32A4CBE-8313-43AA-842D-21507725E238}">
      <dgm:prSet/>
      <dgm:spPr/>
      <dgm:t>
        <a:bodyPr/>
        <a:lstStyle/>
        <a:p>
          <a:endParaRPr lang="en-US"/>
        </a:p>
      </dgm:t>
    </dgm:pt>
    <dgm:pt modelId="{FF30980A-D354-4A42-932F-D3396B679798}" type="sibTrans" cxnId="{E32A4CBE-8313-43AA-842D-21507725E238}">
      <dgm:prSet/>
      <dgm:spPr/>
      <dgm:t>
        <a:bodyPr/>
        <a:lstStyle/>
        <a:p>
          <a:endParaRPr lang="en-US"/>
        </a:p>
      </dgm:t>
    </dgm:pt>
    <dgm:pt modelId="{332BC062-925E-4749-ACE5-55A3BD592339}" type="pres">
      <dgm:prSet presAssocID="{9C397330-967E-4217-A2E3-EC4E75C12524}" presName="root" presStyleCnt="0">
        <dgm:presLayoutVars>
          <dgm:dir/>
          <dgm:resizeHandles val="exact"/>
        </dgm:presLayoutVars>
      </dgm:prSet>
      <dgm:spPr/>
    </dgm:pt>
    <dgm:pt modelId="{ABCB0EBA-6FE6-48B4-8717-B7EB5431BEFE}" type="pres">
      <dgm:prSet presAssocID="{1E1DC3DA-97EC-49AD-8E0B-E2571E240183}" presName="compNode" presStyleCnt="0"/>
      <dgm:spPr/>
    </dgm:pt>
    <dgm:pt modelId="{0F4F4B25-2CC5-436C-8195-AD7901F5FE8A}" type="pres">
      <dgm:prSet presAssocID="{1E1DC3DA-97EC-49AD-8E0B-E2571E240183}" presName="bgRect" presStyleLbl="bgShp" presStyleIdx="0" presStyleCnt="5"/>
      <dgm:spPr/>
    </dgm:pt>
    <dgm:pt modelId="{4FC4A986-2735-4BD6-AFBC-AC8A5680944C}" type="pres">
      <dgm:prSet presAssocID="{1E1DC3DA-97EC-49AD-8E0B-E2571E24018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4FC53E9C-54FF-4521-853C-87512DD982FD}" type="pres">
      <dgm:prSet presAssocID="{1E1DC3DA-97EC-49AD-8E0B-E2571E240183}" presName="spaceRect" presStyleCnt="0"/>
      <dgm:spPr/>
    </dgm:pt>
    <dgm:pt modelId="{D43A2692-D5E8-4F22-87B9-636BE4E98F50}" type="pres">
      <dgm:prSet presAssocID="{1E1DC3DA-97EC-49AD-8E0B-E2571E240183}" presName="parTx" presStyleLbl="revTx" presStyleIdx="0" presStyleCnt="5">
        <dgm:presLayoutVars>
          <dgm:chMax val="0"/>
          <dgm:chPref val="0"/>
        </dgm:presLayoutVars>
      </dgm:prSet>
      <dgm:spPr/>
    </dgm:pt>
    <dgm:pt modelId="{8F7EE770-DAD8-4DF0-AAC1-F27B304C9BEC}" type="pres">
      <dgm:prSet presAssocID="{8BDFCA1C-03C2-46DB-ADA5-E5D592B3E0EB}" presName="sibTrans" presStyleCnt="0"/>
      <dgm:spPr/>
    </dgm:pt>
    <dgm:pt modelId="{7CE7DDF5-B5E4-4145-94AF-083867AA7710}" type="pres">
      <dgm:prSet presAssocID="{61B62AAF-E2F1-4E49-B201-A686ACC1EDF0}" presName="compNode" presStyleCnt="0"/>
      <dgm:spPr/>
    </dgm:pt>
    <dgm:pt modelId="{0E41DDFF-F08E-4170-B640-7199ADD2C06D}" type="pres">
      <dgm:prSet presAssocID="{61B62AAF-E2F1-4E49-B201-A686ACC1EDF0}" presName="bgRect" presStyleLbl="bgShp" presStyleIdx="1" presStyleCnt="5"/>
      <dgm:spPr/>
    </dgm:pt>
    <dgm:pt modelId="{96E0C83C-7A4A-444C-94A3-D10CA9C1B413}" type="pres">
      <dgm:prSet presAssocID="{61B62AAF-E2F1-4E49-B201-A686ACC1EDF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4E5D302C-4332-4146-87A5-181DC66C771B}" type="pres">
      <dgm:prSet presAssocID="{61B62AAF-E2F1-4E49-B201-A686ACC1EDF0}" presName="spaceRect" presStyleCnt="0"/>
      <dgm:spPr/>
    </dgm:pt>
    <dgm:pt modelId="{30CC9439-03FB-4E42-AB1C-D630F1AEF1E5}" type="pres">
      <dgm:prSet presAssocID="{61B62AAF-E2F1-4E49-B201-A686ACC1EDF0}" presName="parTx" presStyleLbl="revTx" presStyleIdx="1" presStyleCnt="5">
        <dgm:presLayoutVars>
          <dgm:chMax val="0"/>
          <dgm:chPref val="0"/>
        </dgm:presLayoutVars>
      </dgm:prSet>
      <dgm:spPr/>
    </dgm:pt>
    <dgm:pt modelId="{C02E653C-0B3E-46B0-8B2A-386583B333A9}" type="pres">
      <dgm:prSet presAssocID="{045CAAA7-3723-4CBA-A7EA-647C8712566D}" presName="sibTrans" presStyleCnt="0"/>
      <dgm:spPr/>
    </dgm:pt>
    <dgm:pt modelId="{32C62CAB-E9AE-4EAD-A60B-62CDD12794F8}" type="pres">
      <dgm:prSet presAssocID="{9711B20F-FB3C-4843-BE4D-5FFA7C91BC4C}" presName="compNode" presStyleCnt="0"/>
      <dgm:spPr/>
    </dgm:pt>
    <dgm:pt modelId="{B6EEDA18-2D12-4BCF-A3ED-332E875A5EC2}" type="pres">
      <dgm:prSet presAssocID="{9711B20F-FB3C-4843-BE4D-5FFA7C91BC4C}" presName="bgRect" presStyleLbl="bgShp" presStyleIdx="2" presStyleCnt="5"/>
      <dgm:spPr/>
    </dgm:pt>
    <dgm:pt modelId="{AF3A8D64-503E-4D4B-918F-93838AD784C5}" type="pres">
      <dgm:prSet presAssocID="{9711B20F-FB3C-4843-BE4D-5FFA7C91BC4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FE686CE2-D774-4872-B2A2-55B18E36A7BD}" type="pres">
      <dgm:prSet presAssocID="{9711B20F-FB3C-4843-BE4D-5FFA7C91BC4C}" presName="spaceRect" presStyleCnt="0"/>
      <dgm:spPr/>
    </dgm:pt>
    <dgm:pt modelId="{C8174639-3D31-411F-B040-486601083ADD}" type="pres">
      <dgm:prSet presAssocID="{9711B20F-FB3C-4843-BE4D-5FFA7C91BC4C}" presName="parTx" presStyleLbl="revTx" presStyleIdx="2" presStyleCnt="5">
        <dgm:presLayoutVars>
          <dgm:chMax val="0"/>
          <dgm:chPref val="0"/>
        </dgm:presLayoutVars>
      </dgm:prSet>
      <dgm:spPr/>
    </dgm:pt>
    <dgm:pt modelId="{CD4EE18E-F869-4301-A285-75D5687B8D12}" type="pres">
      <dgm:prSet presAssocID="{F8CEDC60-51C7-444E-8866-D6857CF9CDFC}" presName="sibTrans" presStyleCnt="0"/>
      <dgm:spPr/>
    </dgm:pt>
    <dgm:pt modelId="{E986F7FE-4A65-45CC-B5E2-8B934FD67A63}" type="pres">
      <dgm:prSet presAssocID="{62175189-B26E-4F4E-941A-6FD692434C98}" presName="compNode" presStyleCnt="0"/>
      <dgm:spPr/>
    </dgm:pt>
    <dgm:pt modelId="{DA4EA26C-28E7-4550-A749-2268B9FC2CB2}" type="pres">
      <dgm:prSet presAssocID="{62175189-B26E-4F4E-941A-6FD692434C98}" presName="bgRect" presStyleLbl="bgShp" presStyleIdx="3" presStyleCnt="5"/>
      <dgm:spPr/>
    </dgm:pt>
    <dgm:pt modelId="{D0D682BC-E424-4C6B-9B1D-72B893F3821F}" type="pres">
      <dgm:prSet presAssocID="{62175189-B26E-4F4E-941A-6FD692434C9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7A8BB59D-1C7A-47FA-8AE5-FE48B8288343}" type="pres">
      <dgm:prSet presAssocID="{62175189-B26E-4F4E-941A-6FD692434C98}" presName="spaceRect" presStyleCnt="0"/>
      <dgm:spPr/>
    </dgm:pt>
    <dgm:pt modelId="{2E9BF484-46DC-4205-8DA7-D6ADB04FCAC8}" type="pres">
      <dgm:prSet presAssocID="{62175189-B26E-4F4E-941A-6FD692434C98}" presName="parTx" presStyleLbl="revTx" presStyleIdx="3" presStyleCnt="5">
        <dgm:presLayoutVars>
          <dgm:chMax val="0"/>
          <dgm:chPref val="0"/>
        </dgm:presLayoutVars>
      </dgm:prSet>
      <dgm:spPr/>
    </dgm:pt>
    <dgm:pt modelId="{138FBAAA-A603-4AD4-8B96-B3B2A95DB736}" type="pres">
      <dgm:prSet presAssocID="{3CDC4AD2-6F0C-4DCA-8080-17CEDC0AD88C}" presName="sibTrans" presStyleCnt="0"/>
      <dgm:spPr/>
    </dgm:pt>
    <dgm:pt modelId="{8CB9D1B2-B951-4B13-8E75-13AF5E48BBB4}" type="pres">
      <dgm:prSet presAssocID="{A0838973-0EF4-42D3-AE8D-C8DBDFA9FFEF}" presName="compNode" presStyleCnt="0"/>
      <dgm:spPr/>
    </dgm:pt>
    <dgm:pt modelId="{D86ED7F0-F039-4F78-900F-ADA5746D81B3}" type="pres">
      <dgm:prSet presAssocID="{A0838973-0EF4-42D3-AE8D-C8DBDFA9FFEF}" presName="bgRect" presStyleLbl="bgShp" presStyleIdx="4" presStyleCnt="5"/>
      <dgm:spPr/>
    </dgm:pt>
    <dgm:pt modelId="{C562B3C7-A339-4606-96E2-A7D0324CDC1E}" type="pres">
      <dgm:prSet presAssocID="{A0838973-0EF4-42D3-AE8D-C8DBDFA9FFE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D32DF636-1186-4890-94AA-129F97126053}" type="pres">
      <dgm:prSet presAssocID="{A0838973-0EF4-42D3-AE8D-C8DBDFA9FFEF}" presName="spaceRect" presStyleCnt="0"/>
      <dgm:spPr/>
    </dgm:pt>
    <dgm:pt modelId="{4B0F5AF1-8181-4A55-A1EA-71FE1A25F5D6}" type="pres">
      <dgm:prSet presAssocID="{A0838973-0EF4-42D3-AE8D-C8DBDFA9FFE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9AFA20A-C652-4AC5-9891-00FDD5D2CAEC}" type="presOf" srcId="{62175189-B26E-4F4E-941A-6FD692434C98}" destId="{2E9BF484-46DC-4205-8DA7-D6ADB04FCAC8}" srcOrd="0" destOrd="0" presId="urn:microsoft.com/office/officeart/2018/2/layout/IconVerticalSolidList"/>
    <dgm:cxn modelId="{B5BA210B-C47D-4B95-BB5D-3A86946DA09F}" srcId="{9C397330-967E-4217-A2E3-EC4E75C12524}" destId="{61B62AAF-E2F1-4E49-B201-A686ACC1EDF0}" srcOrd="1" destOrd="0" parTransId="{105A9A40-21FD-469A-83C0-78412AA8312B}" sibTransId="{045CAAA7-3723-4CBA-A7EA-647C8712566D}"/>
    <dgm:cxn modelId="{71762919-5BEC-42F5-9F0F-8A20054C122A}" srcId="{9C397330-967E-4217-A2E3-EC4E75C12524}" destId="{1E1DC3DA-97EC-49AD-8E0B-E2571E240183}" srcOrd="0" destOrd="0" parTransId="{094A0968-5CF5-4F9E-9774-E119052A2E8A}" sibTransId="{8BDFCA1C-03C2-46DB-ADA5-E5D592B3E0EB}"/>
    <dgm:cxn modelId="{BD71284A-F03A-425D-8AB2-0CC3534196E5}" type="presOf" srcId="{9711B20F-FB3C-4843-BE4D-5FFA7C91BC4C}" destId="{C8174639-3D31-411F-B040-486601083ADD}" srcOrd="0" destOrd="0" presId="urn:microsoft.com/office/officeart/2018/2/layout/IconVerticalSolidList"/>
    <dgm:cxn modelId="{FA709154-7F83-4D6C-9E13-76467C55E629}" type="presOf" srcId="{A0838973-0EF4-42D3-AE8D-C8DBDFA9FFEF}" destId="{4B0F5AF1-8181-4A55-A1EA-71FE1A25F5D6}" srcOrd="0" destOrd="0" presId="urn:microsoft.com/office/officeart/2018/2/layout/IconVerticalSolidList"/>
    <dgm:cxn modelId="{2D970363-F6EB-48AA-832C-7E5E6F1ACE53}" srcId="{9C397330-967E-4217-A2E3-EC4E75C12524}" destId="{62175189-B26E-4F4E-941A-6FD692434C98}" srcOrd="3" destOrd="0" parTransId="{A6537196-DA37-4E59-8113-14A10D76A10A}" sibTransId="{3CDC4AD2-6F0C-4DCA-8080-17CEDC0AD88C}"/>
    <dgm:cxn modelId="{4FA1B899-DC42-4582-9D78-1190156372CE}" srcId="{9C397330-967E-4217-A2E3-EC4E75C12524}" destId="{9711B20F-FB3C-4843-BE4D-5FFA7C91BC4C}" srcOrd="2" destOrd="0" parTransId="{8B315737-0929-4D65-95D3-85CC112E8028}" sibTransId="{F8CEDC60-51C7-444E-8866-D6857CF9CDFC}"/>
    <dgm:cxn modelId="{E32A4CBE-8313-43AA-842D-21507725E238}" srcId="{9C397330-967E-4217-A2E3-EC4E75C12524}" destId="{A0838973-0EF4-42D3-AE8D-C8DBDFA9FFEF}" srcOrd="4" destOrd="0" parTransId="{3BE1B4DA-3946-4AB9-8C46-DDAE6878BCE1}" sibTransId="{FF30980A-D354-4A42-932F-D3396B679798}"/>
    <dgm:cxn modelId="{CBDC02ED-F073-4DD8-9A89-FA5E2A87673E}" type="presOf" srcId="{1E1DC3DA-97EC-49AD-8E0B-E2571E240183}" destId="{D43A2692-D5E8-4F22-87B9-636BE4E98F50}" srcOrd="0" destOrd="0" presId="urn:microsoft.com/office/officeart/2018/2/layout/IconVerticalSolidList"/>
    <dgm:cxn modelId="{261E7CF4-700E-4FA5-8342-6B1D7547BECA}" type="presOf" srcId="{9C397330-967E-4217-A2E3-EC4E75C12524}" destId="{332BC062-925E-4749-ACE5-55A3BD592339}" srcOrd="0" destOrd="0" presId="urn:microsoft.com/office/officeart/2018/2/layout/IconVerticalSolidList"/>
    <dgm:cxn modelId="{BE4B32F5-FF39-40B8-AECD-719717FD5264}" type="presOf" srcId="{61B62AAF-E2F1-4E49-B201-A686ACC1EDF0}" destId="{30CC9439-03FB-4E42-AB1C-D630F1AEF1E5}" srcOrd="0" destOrd="0" presId="urn:microsoft.com/office/officeart/2018/2/layout/IconVerticalSolidList"/>
    <dgm:cxn modelId="{BBAD5072-ABA4-4DC9-A661-7B855D64CCE8}" type="presParOf" srcId="{332BC062-925E-4749-ACE5-55A3BD592339}" destId="{ABCB0EBA-6FE6-48B4-8717-B7EB5431BEFE}" srcOrd="0" destOrd="0" presId="urn:microsoft.com/office/officeart/2018/2/layout/IconVerticalSolidList"/>
    <dgm:cxn modelId="{0D4D395B-F2FD-4AC2-9056-D9865EC78387}" type="presParOf" srcId="{ABCB0EBA-6FE6-48B4-8717-B7EB5431BEFE}" destId="{0F4F4B25-2CC5-436C-8195-AD7901F5FE8A}" srcOrd="0" destOrd="0" presId="urn:microsoft.com/office/officeart/2018/2/layout/IconVerticalSolidList"/>
    <dgm:cxn modelId="{4907DEBF-8242-4E19-A6F9-EAAAD1181CBE}" type="presParOf" srcId="{ABCB0EBA-6FE6-48B4-8717-B7EB5431BEFE}" destId="{4FC4A986-2735-4BD6-AFBC-AC8A5680944C}" srcOrd="1" destOrd="0" presId="urn:microsoft.com/office/officeart/2018/2/layout/IconVerticalSolidList"/>
    <dgm:cxn modelId="{FD7F2A6B-46DC-4D00-8273-3AA8C1FD5F01}" type="presParOf" srcId="{ABCB0EBA-6FE6-48B4-8717-B7EB5431BEFE}" destId="{4FC53E9C-54FF-4521-853C-87512DD982FD}" srcOrd="2" destOrd="0" presId="urn:microsoft.com/office/officeart/2018/2/layout/IconVerticalSolidList"/>
    <dgm:cxn modelId="{BCFADC70-4353-46D7-B657-6311DAA11614}" type="presParOf" srcId="{ABCB0EBA-6FE6-48B4-8717-B7EB5431BEFE}" destId="{D43A2692-D5E8-4F22-87B9-636BE4E98F50}" srcOrd="3" destOrd="0" presId="urn:microsoft.com/office/officeart/2018/2/layout/IconVerticalSolidList"/>
    <dgm:cxn modelId="{FC640F2E-FADE-42E1-B8C1-0D5B8DA713CE}" type="presParOf" srcId="{332BC062-925E-4749-ACE5-55A3BD592339}" destId="{8F7EE770-DAD8-4DF0-AAC1-F27B304C9BEC}" srcOrd="1" destOrd="0" presId="urn:microsoft.com/office/officeart/2018/2/layout/IconVerticalSolidList"/>
    <dgm:cxn modelId="{4127DA5A-4003-4046-9FED-FC52B1F125E3}" type="presParOf" srcId="{332BC062-925E-4749-ACE5-55A3BD592339}" destId="{7CE7DDF5-B5E4-4145-94AF-083867AA7710}" srcOrd="2" destOrd="0" presId="urn:microsoft.com/office/officeart/2018/2/layout/IconVerticalSolidList"/>
    <dgm:cxn modelId="{EC7A9335-F56D-43CE-805E-F0486841093B}" type="presParOf" srcId="{7CE7DDF5-B5E4-4145-94AF-083867AA7710}" destId="{0E41DDFF-F08E-4170-B640-7199ADD2C06D}" srcOrd="0" destOrd="0" presId="urn:microsoft.com/office/officeart/2018/2/layout/IconVerticalSolidList"/>
    <dgm:cxn modelId="{102442EF-1A52-453D-B541-ED96716C2BE3}" type="presParOf" srcId="{7CE7DDF5-B5E4-4145-94AF-083867AA7710}" destId="{96E0C83C-7A4A-444C-94A3-D10CA9C1B413}" srcOrd="1" destOrd="0" presId="urn:microsoft.com/office/officeart/2018/2/layout/IconVerticalSolidList"/>
    <dgm:cxn modelId="{78B7ADE4-44BB-46E5-A94E-3D03C509762E}" type="presParOf" srcId="{7CE7DDF5-B5E4-4145-94AF-083867AA7710}" destId="{4E5D302C-4332-4146-87A5-181DC66C771B}" srcOrd="2" destOrd="0" presId="urn:microsoft.com/office/officeart/2018/2/layout/IconVerticalSolidList"/>
    <dgm:cxn modelId="{7B46EA03-2627-4DEC-9178-35B0FDACD175}" type="presParOf" srcId="{7CE7DDF5-B5E4-4145-94AF-083867AA7710}" destId="{30CC9439-03FB-4E42-AB1C-D630F1AEF1E5}" srcOrd="3" destOrd="0" presId="urn:microsoft.com/office/officeart/2018/2/layout/IconVerticalSolidList"/>
    <dgm:cxn modelId="{9C7B47E4-9A2B-4F09-8099-DAE351B0770C}" type="presParOf" srcId="{332BC062-925E-4749-ACE5-55A3BD592339}" destId="{C02E653C-0B3E-46B0-8B2A-386583B333A9}" srcOrd="3" destOrd="0" presId="urn:microsoft.com/office/officeart/2018/2/layout/IconVerticalSolidList"/>
    <dgm:cxn modelId="{33928FC5-AB1C-4B8A-89D8-964EEAB5D049}" type="presParOf" srcId="{332BC062-925E-4749-ACE5-55A3BD592339}" destId="{32C62CAB-E9AE-4EAD-A60B-62CDD12794F8}" srcOrd="4" destOrd="0" presId="urn:microsoft.com/office/officeart/2018/2/layout/IconVerticalSolidList"/>
    <dgm:cxn modelId="{74FC1004-E91B-46C1-9A61-ABFF25B8E72A}" type="presParOf" srcId="{32C62CAB-E9AE-4EAD-A60B-62CDD12794F8}" destId="{B6EEDA18-2D12-4BCF-A3ED-332E875A5EC2}" srcOrd="0" destOrd="0" presId="urn:microsoft.com/office/officeart/2018/2/layout/IconVerticalSolidList"/>
    <dgm:cxn modelId="{13576B68-8274-4F1E-8436-A5E01BDBC87F}" type="presParOf" srcId="{32C62CAB-E9AE-4EAD-A60B-62CDD12794F8}" destId="{AF3A8D64-503E-4D4B-918F-93838AD784C5}" srcOrd="1" destOrd="0" presId="urn:microsoft.com/office/officeart/2018/2/layout/IconVerticalSolidList"/>
    <dgm:cxn modelId="{1F47C1B5-CA5E-4A08-841C-20E61F51A63C}" type="presParOf" srcId="{32C62CAB-E9AE-4EAD-A60B-62CDD12794F8}" destId="{FE686CE2-D774-4872-B2A2-55B18E36A7BD}" srcOrd="2" destOrd="0" presId="urn:microsoft.com/office/officeart/2018/2/layout/IconVerticalSolidList"/>
    <dgm:cxn modelId="{FD9C7678-9721-460A-A607-70B866E0CA3D}" type="presParOf" srcId="{32C62CAB-E9AE-4EAD-A60B-62CDD12794F8}" destId="{C8174639-3D31-411F-B040-486601083ADD}" srcOrd="3" destOrd="0" presId="urn:microsoft.com/office/officeart/2018/2/layout/IconVerticalSolidList"/>
    <dgm:cxn modelId="{8FD37C02-0ACE-4F70-8F7F-AB7ED4E402FC}" type="presParOf" srcId="{332BC062-925E-4749-ACE5-55A3BD592339}" destId="{CD4EE18E-F869-4301-A285-75D5687B8D12}" srcOrd="5" destOrd="0" presId="urn:microsoft.com/office/officeart/2018/2/layout/IconVerticalSolidList"/>
    <dgm:cxn modelId="{1CCE5712-F70E-48A5-8034-D71697759EC4}" type="presParOf" srcId="{332BC062-925E-4749-ACE5-55A3BD592339}" destId="{E986F7FE-4A65-45CC-B5E2-8B934FD67A63}" srcOrd="6" destOrd="0" presId="urn:microsoft.com/office/officeart/2018/2/layout/IconVerticalSolidList"/>
    <dgm:cxn modelId="{211ABBC8-42F6-43F5-BC68-A4E8AB2A4447}" type="presParOf" srcId="{E986F7FE-4A65-45CC-B5E2-8B934FD67A63}" destId="{DA4EA26C-28E7-4550-A749-2268B9FC2CB2}" srcOrd="0" destOrd="0" presId="urn:microsoft.com/office/officeart/2018/2/layout/IconVerticalSolidList"/>
    <dgm:cxn modelId="{6C467976-3213-4CF4-B717-A9CEBF49A85C}" type="presParOf" srcId="{E986F7FE-4A65-45CC-B5E2-8B934FD67A63}" destId="{D0D682BC-E424-4C6B-9B1D-72B893F3821F}" srcOrd="1" destOrd="0" presId="urn:microsoft.com/office/officeart/2018/2/layout/IconVerticalSolidList"/>
    <dgm:cxn modelId="{F07AE700-4D3B-477F-AECB-A18CA901E3A3}" type="presParOf" srcId="{E986F7FE-4A65-45CC-B5E2-8B934FD67A63}" destId="{7A8BB59D-1C7A-47FA-8AE5-FE48B8288343}" srcOrd="2" destOrd="0" presId="urn:microsoft.com/office/officeart/2018/2/layout/IconVerticalSolidList"/>
    <dgm:cxn modelId="{67816334-6943-4FF3-A78E-555B5FC942DE}" type="presParOf" srcId="{E986F7FE-4A65-45CC-B5E2-8B934FD67A63}" destId="{2E9BF484-46DC-4205-8DA7-D6ADB04FCAC8}" srcOrd="3" destOrd="0" presId="urn:microsoft.com/office/officeart/2018/2/layout/IconVerticalSolidList"/>
    <dgm:cxn modelId="{FF831B63-B6B7-4E01-A516-D88C71B0E13B}" type="presParOf" srcId="{332BC062-925E-4749-ACE5-55A3BD592339}" destId="{138FBAAA-A603-4AD4-8B96-B3B2A95DB736}" srcOrd="7" destOrd="0" presId="urn:microsoft.com/office/officeart/2018/2/layout/IconVerticalSolidList"/>
    <dgm:cxn modelId="{20C8A0E4-950A-450D-BDBC-F5F2DCFB0404}" type="presParOf" srcId="{332BC062-925E-4749-ACE5-55A3BD592339}" destId="{8CB9D1B2-B951-4B13-8E75-13AF5E48BBB4}" srcOrd="8" destOrd="0" presId="urn:microsoft.com/office/officeart/2018/2/layout/IconVerticalSolidList"/>
    <dgm:cxn modelId="{0D059691-AE4B-4D93-8FE2-20C5B8E21955}" type="presParOf" srcId="{8CB9D1B2-B951-4B13-8E75-13AF5E48BBB4}" destId="{D86ED7F0-F039-4F78-900F-ADA5746D81B3}" srcOrd="0" destOrd="0" presId="urn:microsoft.com/office/officeart/2018/2/layout/IconVerticalSolidList"/>
    <dgm:cxn modelId="{311D9817-4A18-426C-A922-EF18A6086C02}" type="presParOf" srcId="{8CB9D1B2-B951-4B13-8E75-13AF5E48BBB4}" destId="{C562B3C7-A339-4606-96E2-A7D0324CDC1E}" srcOrd="1" destOrd="0" presId="urn:microsoft.com/office/officeart/2018/2/layout/IconVerticalSolidList"/>
    <dgm:cxn modelId="{8FBEC350-D7AE-4BD7-A8B9-2FEF3AE09C01}" type="presParOf" srcId="{8CB9D1B2-B951-4B13-8E75-13AF5E48BBB4}" destId="{D32DF636-1186-4890-94AA-129F97126053}" srcOrd="2" destOrd="0" presId="urn:microsoft.com/office/officeart/2018/2/layout/IconVerticalSolidList"/>
    <dgm:cxn modelId="{B6DF3941-7AC1-454B-AC89-58C139D7C563}" type="presParOf" srcId="{8CB9D1B2-B951-4B13-8E75-13AF5E48BBB4}" destId="{4B0F5AF1-8181-4A55-A1EA-71FE1A25F5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6622E-7619-48AC-B667-ADBFD1ABA31E}">
      <dsp:nvSpPr>
        <dsp:cNvPr id="0" name=""/>
        <dsp:cNvSpPr/>
      </dsp:nvSpPr>
      <dsp:spPr>
        <a:xfrm>
          <a:off x="0" y="435"/>
          <a:ext cx="10890928" cy="10186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C18DE-9CB9-43B9-A21B-B1D18F4B1BC9}">
      <dsp:nvSpPr>
        <dsp:cNvPr id="0" name=""/>
        <dsp:cNvSpPr/>
      </dsp:nvSpPr>
      <dsp:spPr>
        <a:xfrm>
          <a:off x="308142" y="229632"/>
          <a:ext cx="560259" cy="5602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A102F-EAF3-4580-9E78-70F2DAE95B65}">
      <dsp:nvSpPr>
        <dsp:cNvPr id="0" name=""/>
        <dsp:cNvSpPr/>
      </dsp:nvSpPr>
      <dsp:spPr>
        <a:xfrm>
          <a:off x="1176545" y="435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 an intelligent evacuation routing system using real NOAA storm data.</a:t>
          </a:r>
        </a:p>
      </dsp:txBody>
      <dsp:txXfrm>
        <a:off x="1176545" y="435"/>
        <a:ext cx="9714382" cy="1018654"/>
      </dsp:txXfrm>
    </dsp:sp>
    <dsp:sp modelId="{F3AB81C7-FAF5-4D32-9E3A-BC8DF4D84F64}">
      <dsp:nvSpPr>
        <dsp:cNvPr id="0" name=""/>
        <dsp:cNvSpPr/>
      </dsp:nvSpPr>
      <dsp:spPr>
        <a:xfrm>
          <a:off x="0" y="1273752"/>
          <a:ext cx="10890928" cy="10186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20AF0-5C48-48C3-B073-8E6A3B6666DE}">
      <dsp:nvSpPr>
        <dsp:cNvPr id="0" name=""/>
        <dsp:cNvSpPr/>
      </dsp:nvSpPr>
      <dsp:spPr>
        <a:xfrm>
          <a:off x="308142" y="1502950"/>
          <a:ext cx="560259" cy="5602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3E12A-2E18-4E70-B4DD-2A50FD68C8B9}">
      <dsp:nvSpPr>
        <dsp:cNvPr id="0" name=""/>
        <dsp:cNvSpPr/>
      </dsp:nvSpPr>
      <dsp:spPr>
        <a:xfrm>
          <a:off x="1176545" y="1273752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Generate the safest and most efficient evacuation path during hurricanes.</a:t>
          </a:r>
        </a:p>
      </dsp:txBody>
      <dsp:txXfrm>
        <a:off x="1176545" y="1273752"/>
        <a:ext cx="9714382" cy="1018654"/>
      </dsp:txXfrm>
    </dsp:sp>
    <dsp:sp modelId="{526F2921-C0D7-4358-B438-3DD45EB26439}">
      <dsp:nvSpPr>
        <dsp:cNvPr id="0" name=""/>
        <dsp:cNvSpPr/>
      </dsp:nvSpPr>
      <dsp:spPr>
        <a:xfrm>
          <a:off x="0" y="2547070"/>
          <a:ext cx="10890928" cy="10186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A8B7E2-6816-4F67-98DF-1D4520AD59C3}">
      <dsp:nvSpPr>
        <dsp:cNvPr id="0" name=""/>
        <dsp:cNvSpPr/>
      </dsp:nvSpPr>
      <dsp:spPr>
        <a:xfrm>
          <a:off x="308142" y="2776267"/>
          <a:ext cx="560259" cy="5602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2FFA0-307E-4C32-8A41-DD2A3B5C407B}">
      <dsp:nvSpPr>
        <dsp:cNvPr id="0" name=""/>
        <dsp:cNvSpPr/>
      </dsp:nvSpPr>
      <dsp:spPr>
        <a:xfrm>
          <a:off x="1176545" y="2547070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Compare UCS and A* algorithms to identify the best route-planning strategy.</a:t>
          </a:r>
        </a:p>
      </dsp:txBody>
      <dsp:txXfrm>
        <a:off x="1176545" y="2547070"/>
        <a:ext cx="9714382" cy="1018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B9B33-7109-5646-83AC-24CF3F6AA124}">
      <dsp:nvSpPr>
        <dsp:cNvPr id="0" name=""/>
        <dsp:cNvSpPr/>
      </dsp:nvSpPr>
      <dsp:spPr>
        <a:xfrm>
          <a:off x="3297750" y="729526"/>
          <a:ext cx="5623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37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4113" y="772281"/>
        <a:ext cx="29648" cy="5929"/>
      </dsp:txXfrm>
    </dsp:sp>
    <dsp:sp modelId="{4AC07A1E-8688-5549-BB10-BFCEC594736C}">
      <dsp:nvSpPr>
        <dsp:cNvPr id="0" name=""/>
        <dsp:cNvSpPr/>
      </dsp:nvSpPr>
      <dsp:spPr>
        <a:xfrm>
          <a:off x="721401" y="1801"/>
          <a:ext cx="2578149" cy="15468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31" tIns="132607" rIns="126331" bIns="1326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Collect &amp; preprocess</a:t>
          </a:r>
          <a:r>
            <a:rPr lang="en-US" sz="2000" kern="1200"/>
            <a:t> NOAA Storm Events data (lat/long, event types).</a:t>
          </a:r>
        </a:p>
      </dsp:txBody>
      <dsp:txXfrm>
        <a:off x="721401" y="1801"/>
        <a:ext cx="2578149" cy="1546889"/>
      </dsp:txXfrm>
    </dsp:sp>
    <dsp:sp modelId="{469B2E6B-1FEE-9742-B1EE-F02CE7F119A0}">
      <dsp:nvSpPr>
        <dsp:cNvPr id="0" name=""/>
        <dsp:cNvSpPr/>
      </dsp:nvSpPr>
      <dsp:spPr>
        <a:xfrm>
          <a:off x="6468874" y="729526"/>
          <a:ext cx="5623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374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35237" y="772281"/>
        <a:ext cx="29648" cy="5929"/>
      </dsp:txXfrm>
    </dsp:sp>
    <dsp:sp modelId="{D6C39298-D7A3-A140-9996-AB18E83FF5F3}">
      <dsp:nvSpPr>
        <dsp:cNvPr id="0" name=""/>
        <dsp:cNvSpPr/>
      </dsp:nvSpPr>
      <dsp:spPr>
        <a:xfrm>
          <a:off x="3892525" y="1801"/>
          <a:ext cx="2578149" cy="154688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31" tIns="132607" rIns="126331" bIns="1326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Generate hazard maps</a:t>
          </a:r>
          <a:r>
            <a:rPr lang="en-US" sz="2000" kern="1200"/>
            <a:t> by converting storm locations into a 100×100 risk grid.</a:t>
          </a:r>
        </a:p>
      </dsp:txBody>
      <dsp:txXfrm>
        <a:off x="3892525" y="1801"/>
        <a:ext cx="2578149" cy="1546889"/>
      </dsp:txXfrm>
    </dsp:sp>
    <dsp:sp modelId="{9E6CB957-73E0-DE49-AD18-EAE71450B2A7}">
      <dsp:nvSpPr>
        <dsp:cNvPr id="0" name=""/>
        <dsp:cNvSpPr/>
      </dsp:nvSpPr>
      <dsp:spPr>
        <a:xfrm>
          <a:off x="2010475" y="1546891"/>
          <a:ext cx="6342248" cy="562374"/>
        </a:xfrm>
        <a:custGeom>
          <a:avLst/>
          <a:gdLst/>
          <a:ahLst/>
          <a:cxnLst/>
          <a:rect l="0" t="0" r="0" b="0"/>
          <a:pathLst>
            <a:path>
              <a:moveTo>
                <a:pt x="6342248" y="0"/>
              </a:moveTo>
              <a:lnTo>
                <a:pt x="6342248" y="298287"/>
              </a:lnTo>
              <a:lnTo>
                <a:pt x="0" y="298287"/>
              </a:lnTo>
              <a:lnTo>
                <a:pt x="0" y="562374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2352" y="1825113"/>
        <a:ext cx="318495" cy="5929"/>
      </dsp:txXfrm>
    </dsp:sp>
    <dsp:sp modelId="{F872C230-68FE-C14A-A3BE-0E2720BAE939}">
      <dsp:nvSpPr>
        <dsp:cNvPr id="0" name=""/>
        <dsp:cNvSpPr/>
      </dsp:nvSpPr>
      <dsp:spPr>
        <a:xfrm>
          <a:off x="7063649" y="1801"/>
          <a:ext cx="2578149" cy="15468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31" tIns="132607" rIns="126331" bIns="1326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Visualize storm intensity</a:t>
          </a:r>
          <a:r>
            <a:rPr lang="en-US" sz="2000" kern="1200"/>
            <a:t> using heatmaps and 3D hazard surfaces.</a:t>
          </a:r>
        </a:p>
      </dsp:txBody>
      <dsp:txXfrm>
        <a:off x="7063649" y="1801"/>
        <a:ext cx="2578149" cy="1546889"/>
      </dsp:txXfrm>
    </dsp:sp>
    <dsp:sp modelId="{2856F4E0-2B4D-724B-B7D8-B053D2F69B69}">
      <dsp:nvSpPr>
        <dsp:cNvPr id="0" name=""/>
        <dsp:cNvSpPr/>
      </dsp:nvSpPr>
      <dsp:spPr>
        <a:xfrm>
          <a:off x="3297750" y="2869390"/>
          <a:ext cx="5623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374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4113" y="2912145"/>
        <a:ext cx="29648" cy="5929"/>
      </dsp:txXfrm>
    </dsp:sp>
    <dsp:sp modelId="{179549D7-CA8F-8249-B75E-C7E361AF5E92}">
      <dsp:nvSpPr>
        <dsp:cNvPr id="0" name=""/>
        <dsp:cNvSpPr/>
      </dsp:nvSpPr>
      <dsp:spPr>
        <a:xfrm>
          <a:off x="721401" y="2141665"/>
          <a:ext cx="2578149" cy="15468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31" tIns="132607" rIns="126331" bIns="1326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Implement UCS and A*</a:t>
          </a:r>
          <a:r>
            <a:rPr lang="en-US" sz="2000" kern="1200"/>
            <a:t> algorithms to compute evacuation routes.</a:t>
          </a:r>
        </a:p>
      </dsp:txBody>
      <dsp:txXfrm>
        <a:off x="721401" y="2141665"/>
        <a:ext cx="2578149" cy="1546889"/>
      </dsp:txXfrm>
    </dsp:sp>
    <dsp:sp modelId="{8F12E55D-0160-9546-BDDA-18317B199662}">
      <dsp:nvSpPr>
        <dsp:cNvPr id="0" name=""/>
        <dsp:cNvSpPr/>
      </dsp:nvSpPr>
      <dsp:spPr>
        <a:xfrm>
          <a:off x="6468874" y="2869390"/>
          <a:ext cx="5623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374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35237" y="2912145"/>
        <a:ext cx="29648" cy="5929"/>
      </dsp:txXfrm>
    </dsp:sp>
    <dsp:sp modelId="{5DDA7265-FEEB-1445-8B2D-03CFC41A8DE9}">
      <dsp:nvSpPr>
        <dsp:cNvPr id="0" name=""/>
        <dsp:cNvSpPr/>
      </dsp:nvSpPr>
      <dsp:spPr>
        <a:xfrm>
          <a:off x="3892525" y="2141665"/>
          <a:ext cx="2578149" cy="154688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31" tIns="132607" rIns="126331" bIns="1326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Compare algorithm performance</a:t>
          </a:r>
          <a:r>
            <a:rPr lang="en-US" sz="2000" kern="1200"/>
            <a:t> based on path cost, safety, and runtime.</a:t>
          </a:r>
        </a:p>
      </dsp:txBody>
      <dsp:txXfrm>
        <a:off x="3892525" y="2141665"/>
        <a:ext cx="2578149" cy="1546889"/>
      </dsp:txXfrm>
    </dsp:sp>
    <dsp:sp modelId="{532F24DF-8B8B-9D40-9EF8-BE22B11FCF1F}">
      <dsp:nvSpPr>
        <dsp:cNvPr id="0" name=""/>
        <dsp:cNvSpPr/>
      </dsp:nvSpPr>
      <dsp:spPr>
        <a:xfrm>
          <a:off x="7063649" y="2141665"/>
          <a:ext cx="2578149" cy="15468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31" tIns="132607" rIns="126331" bIns="1326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Select optimal route</a:t>
          </a:r>
          <a:r>
            <a:rPr lang="en-US" sz="2000" kern="1200"/>
            <a:t> that minimizes exposure to hazardous zones.</a:t>
          </a:r>
        </a:p>
      </dsp:txBody>
      <dsp:txXfrm>
        <a:off x="7063649" y="2141665"/>
        <a:ext cx="2578149" cy="15468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F4B25-2CC5-436C-8195-AD7901F5FE8A}">
      <dsp:nvSpPr>
        <dsp:cNvPr id="0" name=""/>
        <dsp:cNvSpPr/>
      </dsp:nvSpPr>
      <dsp:spPr>
        <a:xfrm>
          <a:off x="0" y="2786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C4A986-2735-4BD6-AFBC-AC8A5680944C}">
      <dsp:nvSpPr>
        <dsp:cNvPr id="0" name=""/>
        <dsp:cNvSpPr/>
      </dsp:nvSpPr>
      <dsp:spPr>
        <a:xfrm>
          <a:off x="179512" y="136308"/>
          <a:ext cx="326387" cy="3263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A2692-D5E8-4F22-87B9-636BE4E98F50}">
      <dsp:nvSpPr>
        <dsp:cNvPr id="0" name=""/>
        <dsp:cNvSpPr/>
      </dsp:nvSpPr>
      <dsp:spPr>
        <a:xfrm>
          <a:off x="685413" y="2786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Preprocessed NOAA Storm Dataset</a:t>
          </a:r>
          <a:br>
            <a:rPr lang="en-US" sz="1500" kern="1200"/>
          </a:br>
          <a:r>
            <a:rPr lang="en-US" sz="1500" kern="1200"/>
            <a:t>Cleaned and filtered storm event records for analysis.</a:t>
          </a:r>
        </a:p>
      </dsp:txBody>
      <dsp:txXfrm>
        <a:off x="685413" y="2786"/>
        <a:ext cx="10205514" cy="593431"/>
      </dsp:txXfrm>
    </dsp:sp>
    <dsp:sp modelId="{0E41DDFF-F08E-4170-B640-7199ADD2C06D}">
      <dsp:nvSpPr>
        <dsp:cNvPr id="0" name=""/>
        <dsp:cNvSpPr/>
      </dsp:nvSpPr>
      <dsp:spPr>
        <a:xfrm>
          <a:off x="0" y="744575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0C83C-7A4A-444C-94A3-D10CA9C1B413}">
      <dsp:nvSpPr>
        <dsp:cNvPr id="0" name=""/>
        <dsp:cNvSpPr/>
      </dsp:nvSpPr>
      <dsp:spPr>
        <a:xfrm>
          <a:off x="179512" y="878097"/>
          <a:ext cx="326387" cy="3263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C9439-03FB-4E42-AB1C-D630F1AEF1E5}">
      <dsp:nvSpPr>
        <dsp:cNvPr id="0" name=""/>
        <dsp:cNvSpPr/>
      </dsp:nvSpPr>
      <dsp:spPr>
        <a:xfrm>
          <a:off x="685413" y="744575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Hazard Maps &amp; Visualizations</a:t>
          </a:r>
          <a:br>
            <a:rPr lang="en-US" sz="1500" kern="1200"/>
          </a:br>
          <a:r>
            <a:rPr lang="en-US" sz="1500" kern="1200"/>
            <a:t>Heatmaps, density plots, and 3D hazard surfaces showing storm intensity.</a:t>
          </a:r>
        </a:p>
      </dsp:txBody>
      <dsp:txXfrm>
        <a:off x="685413" y="744575"/>
        <a:ext cx="10205514" cy="593431"/>
      </dsp:txXfrm>
    </dsp:sp>
    <dsp:sp modelId="{B6EEDA18-2D12-4BCF-A3ED-332E875A5EC2}">
      <dsp:nvSpPr>
        <dsp:cNvPr id="0" name=""/>
        <dsp:cNvSpPr/>
      </dsp:nvSpPr>
      <dsp:spPr>
        <a:xfrm>
          <a:off x="0" y="1486364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A8D64-503E-4D4B-918F-93838AD784C5}">
      <dsp:nvSpPr>
        <dsp:cNvPr id="0" name=""/>
        <dsp:cNvSpPr/>
      </dsp:nvSpPr>
      <dsp:spPr>
        <a:xfrm>
          <a:off x="179512" y="1619886"/>
          <a:ext cx="326387" cy="3263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74639-3D31-411F-B040-486601083ADD}">
      <dsp:nvSpPr>
        <dsp:cNvPr id="0" name=""/>
        <dsp:cNvSpPr/>
      </dsp:nvSpPr>
      <dsp:spPr>
        <a:xfrm>
          <a:off x="685413" y="1486364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Pathfinding Algorithms Implementation</a:t>
          </a:r>
          <a:br>
            <a:rPr lang="en-US" sz="1500" kern="1200"/>
          </a:br>
          <a:r>
            <a:rPr lang="en-US" sz="1500" kern="1200"/>
            <a:t>UCS and A*–based evacuation route computation.</a:t>
          </a:r>
        </a:p>
      </dsp:txBody>
      <dsp:txXfrm>
        <a:off x="685413" y="1486364"/>
        <a:ext cx="10205514" cy="593431"/>
      </dsp:txXfrm>
    </dsp:sp>
    <dsp:sp modelId="{DA4EA26C-28E7-4550-A749-2268B9FC2CB2}">
      <dsp:nvSpPr>
        <dsp:cNvPr id="0" name=""/>
        <dsp:cNvSpPr/>
      </dsp:nvSpPr>
      <dsp:spPr>
        <a:xfrm>
          <a:off x="0" y="2228153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682BC-E424-4C6B-9B1D-72B893F3821F}">
      <dsp:nvSpPr>
        <dsp:cNvPr id="0" name=""/>
        <dsp:cNvSpPr/>
      </dsp:nvSpPr>
      <dsp:spPr>
        <a:xfrm>
          <a:off x="179512" y="2361675"/>
          <a:ext cx="326387" cy="3263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9BF484-46DC-4205-8DA7-D6ADB04FCAC8}">
      <dsp:nvSpPr>
        <dsp:cNvPr id="0" name=""/>
        <dsp:cNvSpPr/>
      </dsp:nvSpPr>
      <dsp:spPr>
        <a:xfrm>
          <a:off x="685413" y="2228153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Evacuation Route Comparison</a:t>
          </a:r>
          <a:br>
            <a:rPr lang="en-US" sz="1500" kern="1200"/>
          </a:br>
          <a:r>
            <a:rPr lang="en-US" sz="1500" kern="1200"/>
            <a:t>Metrics table, bar charts, and route overlay visualizations.</a:t>
          </a:r>
        </a:p>
      </dsp:txBody>
      <dsp:txXfrm>
        <a:off x="685413" y="2228153"/>
        <a:ext cx="10205514" cy="593431"/>
      </dsp:txXfrm>
    </dsp:sp>
    <dsp:sp modelId="{D86ED7F0-F039-4F78-900F-ADA5746D81B3}">
      <dsp:nvSpPr>
        <dsp:cNvPr id="0" name=""/>
        <dsp:cNvSpPr/>
      </dsp:nvSpPr>
      <dsp:spPr>
        <a:xfrm>
          <a:off x="0" y="2969942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2B3C7-A339-4606-96E2-A7D0324CDC1E}">
      <dsp:nvSpPr>
        <dsp:cNvPr id="0" name=""/>
        <dsp:cNvSpPr/>
      </dsp:nvSpPr>
      <dsp:spPr>
        <a:xfrm>
          <a:off x="179512" y="3103464"/>
          <a:ext cx="326387" cy="3263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F5AF1-8181-4A55-A1EA-71FE1A25F5D6}">
      <dsp:nvSpPr>
        <dsp:cNvPr id="0" name=""/>
        <dsp:cNvSpPr/>
      </dsp:nvSpPr>
      <dsp:spPr>
        <a:xfrm>
          <a:off x="685413" y="2969942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Final Project Report &amp; Presentation</a:t>
          </a:r>
          <a:br>
            <a:rPr lang="en-US" sz="1500" kern="1200"/>
          </a:br>
          <a:r>
            <a:rPr lang="en-US" sz="1500" kern="1200"/>
            <a:t>Summary of methodology, results, and key insights.</a:t>
          </a:r>
        </a:p>
      </dsp:txBody>
      <dsp:txXfrm>
        <a:off x="685413" y="2969942"/>
        <a:ext cx="10205514" cy="5934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60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6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52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2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9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0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0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0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3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9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68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95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rson pointing on a map">
            <a:extLst>
              <a:ext uri="{FF2B5EF4-FFF2-40B4-BE49-F238E27FC236}">
                <a16:creationId xmlns:a16="http://schemas.microsoft.com/office/drawing/2014/main" id="{3FF906B3-9FD2-D746-2193-1A2D138D74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5731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32FF77-3F3B-1562-7C0B-3524E2D7E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Hurricane Evacuation Route Planning</a:t>
            </a:r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By Jacob Demmons &amp; Rohit Kumar Sah</a:t>
            </a:r>
            <a:br>
              <a:rPr lang="en-US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52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BEA10-9CB7-DB22-2765-3FEBE429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About Hurricane Evacuation Route Planning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3F519-E0E6-88B2-4685-02E4EACAD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/>
              <a:t>Hurricane evacuation route planning focuses on identifying the safest and fastest paths for people to escape high-risk areas during severe storms. Using real NOAA storm data, hazard zones are mapped to show where storm activity is strongest. Pathfinding algorithms like UCS and A* are then applied to compute optimal evacuation routes that avoid dangerous regions. This approach helps emergency teams make informed decisions, reduce risk, and guide communities safely during hurricane events.</a:t>
            </a:r>
          </a:p>
        </p:txBody>
      </p:sp>
      <p:pic>
        <p:nvPicPr>
          <p:cNvPr id="5" name="Picture 4" descr="The angle of the storm to hit.">
            <a:extLst>
              <a:ext uri="{FF2B5EF4-FFF2-40B4-BE49-F238E27FC236}">
                <a16:creationId xmlns:a16="http://schemas.microsoft.com/office/drawing/2014/main" id="{B5E149A2-5568-90A4-3634-334A553817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36" r="44494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5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BE57-3769-B7B0-33D1-A757FD84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Objective</a:t>
            </a:r>
            <a:br>
              <a:rPr lang="en-US"/>
            </a:br>
            <a:endParaRPr lang="en-US" dirty="0"/>
          </a:p>
        </p:txBody>
      </p:sp>
      <p:graphicFrame>
        <p:nvGraphicFramePr>
          <p:cNvPr id="18" name="Content Placeholder 11">
            <a:extLst>
              <a:ext uri="{FF2B5EF4-FFF2-40B4-BE49-F238E27FC236}">
                <a16:creationId xmlns:a16="http://schemas.microsoft.com/office/drawing/2014/main" id="{4E7072BF-8EEB-D2BD-5B8E-DDCD78CE94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775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AD692-711F-2B10-609F-0C789601A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Approach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70CBD3-5AED-D31B-7904-2FA6D25C26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206991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706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B6C2-10A1-58B5-9A41-4C38CC5D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729A49-91BC-EEB7-5731-9E81C61C3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7425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5835967B-8D01-D13F-6DFF-651FE3596B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AF5FC-7D0D-9433-EB62-DE0D5C14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665540" cy="11430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Implementation of Algorithms (UCS &amp; A*)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3C741-91EE-1226-47EE-8CFCA3052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/>
              <a:t>1. Uniform Cost Search (UCS) Implementation</a:t>
            </a:r>
          </a:p>
          <a:p>
            <a:pPr>
              <a:lnSpc>
                <a:spcPct val="110000"/>
              </a:lnSpc>
            </a:pPr>
            <a:r>
              <a:rPr lang="en-US" sz="1100"/>
              <a:t>Expands nodes in order of </a:t>
            </a:r>
            <a:r>
              <a:rPr lang="en-US" sz="1100" b="1"/>
              <a:t>lowest cumulative cost so far</a:t>
            </a:r>
            <a:r>
              <a:rPr lang="en-US" sz="1100"/>
              <a:t>.</a:t>
            </a:r>
          </a:p>
          <a:p>
            <a:pPr>
              <a:lnSpc>
                <a:spcPct val="110000"/>
              </a:lnSpc>
            </a:pPr>
            <a:r>
              <a:rPr lang="en-US" sz="1100"/>
              <a:t>Suitable when we don't have a heuristic.</a:t>
            </a:r>
          </a:p>
          <a:p>
            <a:pPr>
              <a:lnSpc>
                <a:spcPct val="110000"/>
              </a:lnSpc>
            </a:pPr>
            <a:r>
              <a:rPr lang="en-US" sz="1100"/>
              <a:t>Guarantees optimal path when step costs are positive.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b="1"/>
              <a:t>Steps: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Initialize priority queue with the start node.</a:t>
            </a:r>
          </a:p>
          <a:p>
            <a:pPr>
              <a:lnSpc>
                <a:spcPct val="110000"/>
              </a:lnSpc>
            </a:pPr>
            <a:r>
              <a:rPr lang="en-US" sz="1100"/>
              <a:t>Repeatedly expand the node with the lowest cost.</a:t>
            </a:r>
          </a:p>
          <a:p>
            <a:pPr>
              <a:lnSpc>
                <a:spcPct val="110000"/>
              </a:lnSpc>
            </a:pPr>
            <a:r>
              <a:rPr lang="en-US" sz="1100"/>
              <a:t>Track visited nodes to avoid loops.</a:t>
            </a:r>
          </a:p>
          <a:p>
            <a:pPr>
              <a:lnSpc>
                <a:spcPct val="110000"/>
              </a:lnSpc>
            </a:pPr>
            <a:r>
              <a:rPr lang="en-US" sz="1100"/>
              <a:t>Stop when the goal is reached.</a:t>
            </a:r>
          </a:p>
          <a:p>
            <a:pPr>
              <a:lnSpc>
                <a:spcPct val="110000"/>
              </a:lnSpc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2801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CF51F-9E5C-F186-2D44-0B9BA1764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07" y="1182029"/>
            <a:ext cx="11006901" cy="50176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2. A* Search Implementation</a:t>
            </a:r>
          </a:p>
          <a:p>
            <a:r>
              <a:rPr lang="en-US" dirty="0"/>
              <a:t>Uses </a:t>
            </a:r>
            <a:r>
              <a:rPr lang="en-US" b="1" dirty="0"/>
              <a:t>cost so far + heuristic</a:t>
            </a:r>
            <a:r>
              <a:rPr lang="en-US" dirty="0"/>
              <a:t>.</a:t>
            </a:r>
          </a:p>
          <a:p>
            <a:r>
              <a:rPr lang="en-US" dirty="0"/>
              <a:t>Heuristic: </a:t>
            </a:r>
            <a:r>
              <a:rPr lang="en-US" b="1" dirty="0"/>
              <a:t>Euclidean distance to the safe zone</a:t>
            </a:r>
            <a:r>
              <a:rPr lang="en-US" dirty="0"/>
              <a:t>.</a:t>
            </a:r>
          </a:p>
          <a:p>
            <a:r>
              <a:rPr lang="en-US" dirty="0"/>
              <a:t>Much faster because the search is guided.</a:t>
            </a:r>
          </a:p>
          <a:p>
            <a:pPr marL="0" indent="0">
              <a:buNone/>
            </a:pPr>
            <a:r>
              <a:rPr lang="en-US" b="1" dirty="0"/>
              <a:t>Steps:</a:t>
            </a:r>
            <a:endParaRPr lang="en-US" dirty="0"/>
          </a:p>
          <a:p>
            <a:r>
              <a:rPr lang="en-US" dirty="0"/>
              <a:t>Compute:</a:t>
            </a:r>
            <a:br>
              <a:rPr lang="en-US" dirty="0"/>
            </a:br>
            <a:r>
              <a:rPr lang="en-US" b="1" dirty="0"/>
              <a:t>f(n) = g(n) + h(n)</a:t>
            </a:r>
            <a:br>
              <a:rPr lang="en-US" dirty="0"/>
            </a:br>
            <a:r>
              <a:rPr lang="en-US" dirty="0"/>
              <a:t>where</a:t>
            </a:r>
          </a:p>
          <a:p>
            <a:pPr lvl="1"/>
            <a:r>
              <a:rPr lang="en-US" dirty="0"/>
              <a:t>g(n) = path cost so far</a:t>
            </a:r>
          </a:p>
          <a:p>
            <a:pPr lvl="1"/>
            <a:r>
              <a:rPr lang="en-US" dirty="0"/>
              <a:t>h(n) = heuristic (distance to goal)</a:t>
            </a:r>
          </a:p>
          <a:p>
            <a:r>
              <a:rPr lang="en-US" dirty="0"/>
              <a:t>Expand the node with the lowest f(n).</a:t>
            </a:r>
          </a:p>
          <a:p>
            <a:r>
              <a:rPr lang="en-US" dirty="0"/>
              <a:t>Update neighbors with better cost estimates.</a:t>
            </a:r>
          </a:p>
          <a:p>
            <a:r>
              <a:rPr lang="en-US" dirty="0"/>
              <a:t>Terminate when goal state is dequeued.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322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4DE684-A5BD-4160-B60F-CF7658AF15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8351" y="1092820"/>
                <a:ext cx="11062657" cy="51068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3. Hazard-Aware Cost Function</a:t>
                </a:r>
              </a:p>
              <a:p>
                <a:r>
                  <a:rPr lang="en-US" dirty="0"/>
                  <a:t>Used by both UCS and A*: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𝐶𝑜𝑠𝑡</m:t>
                      </m:r>
                      <m:r>
                        <a:rPr lang="en-US"/>
                        <m:t>=</m:t>
                      </m:r>
                      <m:r>
                        <a:rPr lang="en-US" i="1"/>
                        <m:t>𝐷𝑖𝑠𝑡𝑎𝑛𝑐𝑒</m:t>
                      </m:r>
                      <m:r>
                        <a:rPr lang="en-US"/>
                        <m:t>+</m:t>
                      </m:r>
                      <m:r>
                        <a:rPr lang="en-US" i="1"/>
                        <m:t>𝛼</m:t>
                      </m:r>
                      <m:r>
                        <a:rPr lang="en-US"/>
                        <m:t>⋅</m:t>
                      </m:r>
                      <m:r>
                        <a:rPr lang="en-US" i="1"/>
                        <m:t>𝐻𝑎𝑧𝑎𝑟𝑑𝐼𝑛𝑡𝑒𝑛𝑠𝑖𝑡𝑦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r>
                  <a:rPr lang="en-US" b="1" dirty="0"/>
                  <a:t>Distance</a:t>
                </a:r>
                <a:r>
                  <a:rPr lang="en-US" dirty="0"/>
                  <a:t> = movement cost (1 or diagonal √2)</a:t>
                </a:r>
              </a:p>
              <a:p>
                <a:r>
                  <a:rPr lang="en-US" b="1" dirty="0" err="1"/>
                  <a:t>HazardIntensity</a:t>
                </a:r>
                <a:r>
                  <a:rPr lang="en-US" dirty="0"/>
                  <a:t> = risk level of the grid cell</a:t>
                </a:r>
              </a:p>
              <a:p>
                <a:r>
                  <a:rPr lang="el-GR" b="1" dirty="0"/>
                  <a:t>α</a:t>
                </a:r>
                <a:r>
                  <a:rPr lang="el-GR" dirty="0"/>
                  <a:t> = </a:t>
                </a:r>
                <a:r>
                  <a:rPr lang="en-US" dirty="0"/>
                  <a:t>weighting factor to penalize high-risk zones</a:t>
                </a:r>
              </a:p>
              <a:p>
                <a:pPr marL="0" indent="0">
                  <a:buNone/>
                </a:pPr>
                <a:r>
                  <a:rPr lang="en-US" dirty="0"/>
                  <a:t>This ensures the algorithm </a:t>
                </a:r>
                <a:r>
                  <a:rPr lang="en-US" b="1" dirty="0"/>
                  <a:t>avoids dangerous storm locations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4DE684-A5BD-4160-B60F-CF7658AF15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351" y="1092820"/>
                <a:ext cx="11062657" cy="5106812"/>
              </a:xfrm>
              <a:blipFill>
                <a:blip r:embed="rId2"/>
                <a:stretch>
                  <a:fillRect l="-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74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CD9D6-7283-1C32-4D02-EF3D4447A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07" y="1260088"/>
            <a:ext cx="11006901" cy="493954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4. Output of Implementation</a:t>
            </a:r>
          </a:p>
          <a:p>
            <a:pPr marL="0" indent="0">
              <a:buNone/>
            </a:pPr>
            <a:r>
              <a:rPr lang="en-US" dirty="0"/>
              <a:t>  ✔ Optimal evacuation path (UCS &amp; A*)</a:t>
            </a:r>
            <a:br>
              <a:rPr lang="en-US" dirty="0"/>
            </a:br>
            <a:r>
              <a:rPr lang="en-US" dirty="0"/>
              <a:t>  ✔ Nodes expanded</a:t>
            </a:r>
            <a:br>
              <a:rPr lang="en-US" dirty="0"/>
            </a:br>
            <a:r>
              <a:rPr lang="en-US" dirty="0"/>
              <a:t>  ✔ Runtime comparison</a:t>
            </a:r>
            <a:br>
              <a:rPr lang="en-US" dirty="0"/>
            </a:br>
            <a:r>
              <a:rPr lang="en-US" dirty="0"/>
              <a:t>  ✔ Visual route plot over storm heatmap</a:t>
            </a:r>
            <a:br>
              <a:rPr lang="en-US" dirty="0"/>
            </a:br>
            <a:r>
              <a:rPr lang="en-US" dirty="0"/>
              <a:t>  ✔ Cost and runtime evaluation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23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20EB-DD2F-1A04-1F5F-255F183B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256028" cy="2057399"/>
          </a:xfrm>
        </p:spPr>
        <p:txBody>
          <a:bodyPr>
            <a:normAutofit/>
          </a:bodyPr>
          <a:lstStyle/>
          <a:p>
            <a:r>
              <a:rPr lang="en-US" dirty="0"/>
              <a:t>Flowchart: </a:t>
            </a:r>
            <a:br>
              <a:rPr lang="en-US" dirty="0"/>
            </a:br>
            <a:r>
              <a:rPr lang="en-US" dirty="0"/>
              <a:t>Uniform Cost Search (UCS)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197792-9E41-3174-8BE2-F77567159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5349" y="90395"/>
            <a:ext cx="5256027" cy="639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2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CC0E9-2F05-13B6-1E4E-1791A721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Flowchart: </a:t>
            </a:r>
            <a:br>
              <a:rPr lang="en-US" dirty="0"/>
            </a:br>
            <a:r>
              <a:rPr lang="en-US" dirty="0"/>
              <a:t>A* Search Algorithm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0BDB0D-BDC0-A8EE-202B-0F7AA9D83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2819" y="208080"/>
            <a:ext cx="5497032" cy="654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88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FC06E1-A0BE-74FA-25A5-787432A3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/>
              <a:t>Comparison Table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83C651-03C4-4B25-E909-19B17DE93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4461858"/>
              </p:ext>
            </p:extLst>
          </p:nvPr>
        </p:nvGraphicFramePr>
        <p:xfrm>
          <a:off x="914400" y="2232838"/>
          <a:ext cx="10363202" cy="395186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926992">
                  <a:extLst>
                    <a:ext uri="{9D8B030D-6E8A-4147-A177-3AD203B41FA5}">
                      <a16:colId xmlns:a16="http://schemas.microsoft.com/office/drawing/2014/main" val="2264309195"/>
                    </a:ext>
                  </a:extLst>
                </a:gridCol>
                <a:gridCol w="1380254">
                  <a:extLst>
                    <a:ext uri="{9D8B030D-6E8A-4147-A177-3AD203B41FA5}">
                      <a16:colId xmlns:a16="http://schemas.microsoft.com/office/drawing/2014/main" val="1193637790"/>
                    </a:ext>
                  </a:extLst>
                </a:gridCol>
                <a:gridCol w="1380254">
                  <a:extLst>
                    <a:ext uri="{9D8B030D-6E8A-4147-A177-3AD203B41FA5}">
                      <a16:colId xmlns:a16="http://schemas.microsoft.com/office/drawing/2014/main" val="2231154839"/>
                    </a:ext>
                  </a:extLst>
                </a:gridCol>
                <a:gridCol w="4675702">
                  <a:extLst>
                    <a:ext uri="{9D8B030D-6E8A-4147-A177-3AD203B41FA5}">
                      <a16:colId xmlns:a16="http://schemas.microsoft.com/office/drawing/2014/main" val="1532802771"/>
                    </a:ext>
                  </a:extLst>
                </a:gridCol>
              </a:tblGrid>
              <a:tr h="81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cap="none" spc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cap="none" spc="0">
                          <a:solidFill>
                            <a:schemeClr val="bg1"/>
                          </a:solidFill>
                        </a:rPr>
                        <a:t>UCS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cap="none" spc="0" dirty="0">
                          <a:solidFill>
                            <a:schemeClr val="bg1"/>
                          </a:solidFill>
                        </a:rPr>
                        <a:t>A*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cap="none" spc="0">
                          <a:solidFill>
                            <a:schemeClr val="bg1"/>
                          </a:solidFill>
                        </a:rPr>
                        <a:t>Observation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729514"/>
                  </a:ext>
                </a:extLst>
              </a:tr>
              <a:tr h="700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Total Path Cost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170.53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170.53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Both algorithms find the optimal path.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772974"/>
                  </a:ext>
                </a:extLst>
              </a:tr>
              <a:tr h="700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Path Length (steps)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171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171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Same number of steps taken.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126494"/>
                  </a:ext>
                </a:extLst>
              </a:tr>
              <a:tr h="1036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Nodes Expanded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171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171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Equivalent exploration due to grid setup.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333068"/>
                  </a:ext>
                </a:extLst>
              </a:tr>
              <a:tr h="700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Runtime (ms)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75.42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52.72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A* is </a:t>
                      </a: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faster</a:t>
                      </a: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 because of the heuristic.</a:t>
                      </a:r>
                    </a:p>
                  </a:txBody>
                  <a:tcPr marL="227127" marR="227127" marT="147260" marB="1135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49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189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E1795-BB80-BD61-8148-0A51B08F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1912955-7AC1-1A21-F979-8706E55B5C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0992" y="2167282"/>
            <a:ext cx="1089092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demonstrated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search-based AI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support hurricane evacuation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produced optimal routes, 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significantly faster runtime by using a heuristic.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Storm event data and heatmaps helped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 zones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the agent to avoid hazardous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final evacuation path balances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how AI can improve real-world disaster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framework can be extended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geographic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storm updates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evacuation centers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505010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724</Words>
  <Application>Microsoft Macintosh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Grandview Display</vt:lpstr>
      <vt:lpstr>Times New Roman</vt:lpstr>
      <vt:lpstr>DashVTI</vt:lpstr>
      <vt:lpstr>Hurricane Evacuation Route Planning  By Jacob Demmons &amp; Rohit Kumar Sah </vt:lpstr>
      <vt:lpstr>About Hurricane Evacuation Route Planning</vt:lpstr>
      <vt:lpstr>Objective </vt:lpstr>
      <vt:lpstr>Approach</vt:lpstr>
      <vt:lpstr>Deliverables</vt:lpstr>
      <vt:lpstr>Implementation of Algorithms (UCS &amp; A*)</vt:lpstr>
      <vt:lpstr>PowerPoint Presentation</vt:lpstr>
      <vt:lpstr>PowerPoint Presentation</vt:lpstr>
      <vt:lpstr>PowerPoint Presentation</vt:lpstr>
      <vt:lpstr>Flowchart:  Uniform Cost Search (UCS)</vt:lpstr>
      <vt:lpstr>Flowchart:  A* Search Algorithm</vt:lpstr>
      <vt:lpstr>Comparison Table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KUMAR SAH</dc:creator>
  <cp:lastModifiedBy>ROHIT KUMAR SAH</cp:lastModifiedBy>
  <cp:revision>3</cp:revision>
  <dcterms:created xsi:type="dcterms:W3CDTF">2025-12-06T05:48:42Z</dcterms:created>
  <dcterms:modified xsi:type="dcterms:W3CDTF">2025-12-06T06:45:58Z</dcterms:modified>
</cp:coreProperties>
</file>